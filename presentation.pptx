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notesSlides/notesSlide1.xml" ContentType="application/vnd.openxmlformats-officedocument.presentationml.notesSlide+xml"/>
  <Override PartName="/ppt/slides/slide1.xml" ContentType="application/vnd.openxmlformats-officedocument.presentationml.slide+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notesSlides/notesSlide2.xml" ContentType="application/vnd.openxmlformats-officedocument.presentationml.notesSlide+xml"/>
  <Override PartName="/ppt/slides/slide2.xml" ContentType="application/vnd.openxmlformats-officedocument.presentationml.slide+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notesSlides/notesSlide3.xml" ContentType="application/vnd.openxmlformats-officedocument.presentationml.notesSlide+xml"/>
  <Override PartName="/ppt/slides/slide3.xml" ContentType="application/vnd.openxmlformats-officedocument.presentationml.slide+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notesSlides/notesSlide4.xml" ContentType="application/vnd.openxmlformats-officedocument.presentationml.notesSlide+xml"/>
  <Override PartName="/ppt/slides/slide4.xml" ContentType="application/vnd.openxmlformats-officedocument.presentationml.slide+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notesSlides/notesSlide5.xml" ContentType="application/vnd.openxmlformats-officedocument.presentationml.notesSlide+xml"/>
  <Override PartName="/ppt/slides/slide5.xml" ContentType="application/vnd.openxmlformats-officedocument.presentationml.slide+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notesSlides/notesSlide6.xml" ContentType="application/vnd.openxmlformats-officedocument.presentationml.notesSlide+xml"/>
  <Override PartName="/ppt/slides/slide6.xml" ContentType="application/vnd.openxmlformats-officedocument.presentationml.slide+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notesSlides/notesSlide7.xml" ContentType="application/vnd.openxmlformats-officedocument.presentationml.notesSlide+xml"/>
  <Override PartName="/ppt/slides/slide7.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4"/>
    <p:sldId id="257" r:id="rId5"/>
    <p:sldId id="258" r:id="rId6"/>
    <p:sldId id="259" r:id="rId7"/>
    <p:sldId id="260" r:id="rId8"/>
    <p:sldId id="261" r:id="rId9"/>
    <p:sldId id="262" r:id="rId10"/>
  </p:sldIdLst>
  <p:sldSz cx="9144000" cy="51435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p:scale>
          <a:sx n="75" d="100"/>
          <a:sy n="75"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21 10 1023, 32 10 1023, 42 10 1023, 48 11 1023, 53 12 1023, 64 14 1023, 74 16 1023, 78 16 1023, 88 17 1023, 99 18 1023, 109 19 1023, 119 19 1023, 130 20 1023, 141 20 1023, 152 20 1023, 162 20 1023, 172 20 1023, 182 20 1023, 193 20 1023, 204 20 1023, 214 20 1023, 223 20 0</inkml:trace>
  <inkml:annotation type="path"> 149 149 1, 318 149 1, 472 149 1, 622 153 1, 716 164 1, 787 179 1, 952 209 1, 1109 236 1, 1166 239 1, 1323 258 1, 1477 273 1, 1627 281 1, 1784 288 1, 1946 292 1, 2118 292 1, 2272 292 1, 2422 292 1, 2572 292 1, 2733 292 1, 2887 292 1, 3056 292 1, 3206 292 1, 3344 292 1</inkml:annotation>
  <inkml:annotation type="data">AEgcA4CABAAAAAAAHQPKAk4DDET///8HUGZFiAJIFAUBOBHudoNBCiEXgvoi+b8F+H4JUKRagvo+
kiNhZQCCfw3F/DcYAAD+G4w=
</inkml:annotation>
  <inkml:annotation type="types">AAEBAQEBAQEBAQEBAQEBAQEBAQEBAQE=
</inkml:annotation>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24 14 1023, 36 14 1023, 50 13 1023, 62 13 1023, 74 12 1023, 85 11 1023, 96 11 1023, 107 10 1023, 118 10 1023, 128 10 1023, 141 10 1023, 152 10 1023, 163 10 1023, 176 11 1023, 186 12 1023, 197 13 1023, 209 13 1023, 219 13 1023, 221 13 0</inkml:trace>
  <inkml:annotation type="path"> 149 202 1, 356 202 1, 543 202 1, 753 198 1, 929 187 1, 1109 176 1, 1278 164 1, 1439 157 1, 1604 153 1, 1762 149 1, 1912 149 1, 2111 149 1, 2283 149 1, 2448 153 1, 2632 164 1, 2793 176 1, 2954 187 1, 3127 198 1, 3284 198 1, 3314 198 1</inkml:annotation>
  <inkml:annotation type="data">AEgcA4CABAAAAAAAHQPIAkYDDET///8HUGZFiAJIFAUBOBHudoNBCiEUgvo8bmqLzWdk35SC/AH4
BWVLAhSCfw3F/DcYAAfw3GA=
</inkml:annotation>
  <inkml:annotation type="types">AAEBAQEBAQEBAQEBAQEBAQEBAQE=
</inkml:annotation>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22 17 1023, 34 17 1023, 47 16 1023, 61 16 1023, 75 15 1023, 88 15 1023, 101 15 1023, 116 14 1023, 130 14 1023, 143 14 1023, 155 14 1023, 167 14 1023, 179 14 1023, 189 14 1023, 199 15 1023, 210 15 1023, 221 15 1023, 231 15 1023, 243 15 1023, 246 14 1023, 248 14 1023, 260 12 1023,</inkml:trace>
  <inkml:annotation type="path"> 149 259 1, 326 259 1, 509 252 1, 701 244 1, 914 233 1, 1128 225 1, 1319 222 1, 1518 218 1, 1732 214 1, 1942 207 1, 2137 207 1, 2321 207 1, 2508 207 1, 2677 207 1, 2827 207 1, 2981 218 1, 3149 222 1, 3307 222 1, 3457 222 1, 3637 222 1, 3686 214 1, 3716 207 1, 3892 173 1</inkml:annotation>
  <inkml:annotation type="data">AEgcA4CABAAAAAAAHQP4AkgDDET///8HUGZFiAJIFAUBOBHudoNBCiEXgvoxIrLaai589+iC/A34
HWWLASizQIJ/DcX8NxgAAAA=
</inkml:annotation>
  <inkml:annotation type="types">AAEBAQEBAQEBAQEBAQEBAQEBAQEBAQE=
</inkml:annotation>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19 1023, 29 17 1023, 40 16 1023, 51 15 1023, 63 15 1023, 74 15 1023, 86 14 1023, 102 13 1023, 107 14 1023, 117 14 1023, 122 13 1023, 133 12 1023, 144 12 1023, 158 12 1023, 172 11 1023, 183 10 1023, 186 11 1023, 196 11 1023, 207 13 1023, 209 13 1023, 211 14 1023, 208 13 1023, 204 11 0</inkml:trace>
  <inkml:annotation type="path"> 157 283 1, 194 279 1, 442 253 1, 603 238 1, 768 226 1, 941 223 1, 1109 223 1, 1286 215 1, 1526 200 1, 1601 204 1, 1754 204 1, 1837 196 1, 2002 185 1, 2167 178 1, 2377 174 1, 2576 166 1, 2741 155 1, 2786 159 1, 2936 170 1, 3104 196 1, 3134 189 1, 3161 211 1, 3123 196 1, 3063 170 1</inkml:annotation>
  <inkml:annotation type="data">AFQcA4CABAAAAAAAHQO6AkwDDET///8HUGZFiAJIFAUBOBHudoNBCi0Ygvo+P7vaWePr9e/gcd+X
4p873YL8FfgvYistRWXNm0CCfw3F/DcYAAB/DcY=
</inkml:annotation>
  <inkml:annotation type="types">AAEBAQEBAQEBAQEBAQEBAQEBAQEBAQEB
</inkml:annotation>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11 1023, 40 12 1023, 53 12 1023, 66 13 1023, 80 14 1023, 94 15 1023, 115 16 1023, 132 17 1023, 142 17 1023, 157 17 1023, 170 16 1023, 181 15 1023, 192 15 1023, 197 15 1023, 210 15 1023, 212 14 1023, 216 14 1023, 218 14 1023, 220 14 1023, 216 14 1023, 207 13 1023, 196 11 1023, 190 11 0</inkml:trace>
  <inkml:annotation type="path"> 151 166 1, 387 170 1, 605 177 1, 800 185 1, 995 196 1, 1193 211 1, 1407 222 1, 1718 237 1, 1977 260 1, 2135 252 1, 2352 252 1, 2551 241 1, 2712 226 1, 2877 219 1, 2952 222 1, 3147 219 1, 3184 211 1, 3233 207 1, 3263 211 1, 3293 204 1, 3244 204 1, 3098 189 1, 2945 170 1, 2855 159 1</inkml:annotation>
  <inkml:annotation type="data">AFEcA4CABAAAAAAAHQPGAkoDDET///8HUGZFiAJIFAUBOBHudoNBCioYgvo+Daj4vPx+t18PyfXm
vh976IL6vrlgVULBbgCCfw3F/DcYAAB/DcY=
</inkml:annotation>
  <inkml:annotation type="types">AAEBAQEBAQEBAQEBAQEBAQEBAQEBAQEB
</inkml:annotation>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22 23 1023, 33 22 1023, 47 22 1023, 61 21 1023, 77 20 1023, 92 19 1023, 107 17 1023, 121 15 1023, 134 13 1023, 147 12 1023, 158 11 1023, 171 10 1023, 182 10 1023, 183 10 0</inkml:trace>
  <inkml:annotation type="path"> 149 341 1, 326 341 1, 498 333 1, 697 326 1, 918 311 1, 1147 296 1, 1379 277 1, 1608 247 1, 1818 221 1, 2009 194 1, 2197 176 1, 2366 161 1, 2564 149 1, 2726 149 1, 2744 149 1</inkml:annotation>
  <inkml:annotation type="data">AEQcA4CABAAAAAAAHQOYAlIDDET///8HUGZFiAJIFAUBOBHudoNBCh0Pgvoy8ZVrc36Qgvwl+E7K
UhCCfw3F/DcYAP4bjA==
</inkml:annotation>
  <inkml:annotation type="types">AAEBAQEBAQEBAQEBAQEB
</inkml:annotation>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23 28 1023, 38 28 1023, 52 28 1023, 66 28 1023, 82 27 1023, 105 26 1023, 124 24 1023, 134 23 1023, 148 21 1023, 163 20 1023, 178 20 1023, 191 19 1023, 196 18 1023, 200 18 1023, 214 15 1023, 225 13 1023, 228 13 1023, 231 12 1023, 234 12 1023, 242 11 0</inkml:trace>
  <inkml:annotation type="path"> 149 423 1, 344 423 1, 569 423 1, 776 420 1, 993 416 1, 1233 408 1, 1571 382 1, 1856 363 1, 2013 345 1, 2223 318 1, 2448 300 1, 2662 292 1, 2864 281 1, 2939 266 1, 3003 262 1, 3213 228 1, 3378 198 1, 3419 195 1, 3464 183 1, 3509 180 1, 3626 161 1</inkml:annotation>
  <inkml:annotation type="data">AE8cA4CABAAAAAAAHQPiAlgDDET///8HUGZFiAJIFAUBOBHudoNBCigVgvo5lZ8Xn5/Eb8t+jvyn
oIL8Ofh0VZZKnZllgn8Nxfw3GAAD+G4w
</inkml:annotation>
  <inkml:annotation type="types">AAEBAQEBAQEBAQEBAQEBAQEBAQEB
</inkml:annotation>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28 1023, 42 27 1023, 59 27 1023, 76 26 1023, 101 24 1023, 123 23 1023, 135 21 1023, 150 21 1023, 168 21 1023, 177 20 1023, 186 20 1023, 205 20 1023, 213 19 1023, 231 18 1023, 251 19 1023, 259 19 1023, 275 18 1023, 283 19 1023, 290 19 1023, 303 18 1023, 317 18 1023, 330 18 1023, 343 17 1023, 345 16 1023, 348 14 1023, 351 13 1023, 354 11 0</inkml:trace>
  <inkml:annotation type="path"> 151 426 1, 376 422 1, 631 411 1, 882 399 1, 1137 388 1, 1520 358 1, 1850 339 1, 2018 321 1, 2243 313 1, 2517 309 1, 2656 294 1, 2795 298 1, 3068 302 1, 3200 283 1, 3470 276 1, 3758 291 1, 3882 283 1, 4118 276 1, 4250 287 1, 4351 279 1, 4538 272 1, 4748 272 1, 4947 264 1, 5138 257 1, 5168 246 1, 5217 216 1, 5270 193 1, 5315 171 1</inkml:annotation>
  <inkml:annotation type="data">AFkcA4CABAAAAAAAHQPuA1YDDET///8HUGZFiAJIFAUBOBHudoNBCjIcgvo9YfJ36ec+d9H1/Rn2
/J8t+CV9cIL8Ofh2y2XFisty2Ksogn8Nxfw3GAAAB/DcYA==
</inkml:annotation>
  <inkml:annotation type="types">AAEBAQEBAQEBAQEBAQEBAQEBAQEBAQEBAQEBAQ==
</inkml:annotation>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25 12 1023, 41 12 1023, 56 12 1023, 72 12 1023, 88 12 1023, 103 12 1023, 117 12 1023, 130 12 1023, 141 12 1023, 155 11 1023, 165 10 1023, 165 10 0</inkml:trace>
  <inkml:annotation type="path"> 149 179 1, 371 179 1, 611 179 1, 836 179 1, 1079 179 1, 1323 179 1, 1541 176 1, 1754 176 1, 1949 176 1, 2118 172 1, 2321 157 1, 2474 149 1, 2478 149 1</inkml:annotation>
  <inkml:annotation type="data">AEIcA4CABAAAAAAAHQOCAkQDDET///8HUGZFiAJIFAUBOBHudoNBChsNgvo9Sxbd55+kgvs+0AqA
gn8Nxfw3GAP4bjA=
</inkml:annotation>
  <inkml:annotation type="types">AAEBAQEBAQEBAQEBAQ==
</inkml:annotation>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23 18 1023, 38 18 1023, 53 17 1023, 70 16 1023, 88 15 1023, 105 14 1023, 121 13 1023, 137 12 1023, 153 11 1023, 166 10 1023, 177 10 1023, 190 10 1023, 201 10 1023, 205 10 0</inkml:trace>
  <inkml:annotation type="path"> 149 262 1, 344 262 1, 569 262 1, 794 254 1, 1049 243 1, 1316 224 1, 1578 209 1, 1814 191 1, 2058 179 1, 2294 164 1, 2486 149 1, 2651 149 1, 2849 149 1, 3007 149 1, 3074 149 1</inkml:annotation>
  <inkml:annotation type="data">AEMcA4CABAAAAAAAHQO0AkoDDET///8HUGZFiAJIFAUBOBHudoNBChwPgvo5jJad3N+MgvwR+CVA
QIJ/DcX8NxgA/huM
</inkml:annotation>
  <inkml:annotation type="types">AAEBAQEBAQEBAQEBAQEB
</inkml:annotation>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23 16 1023, 42 15 1023, 60 14 1023, 79 13 1023, 98 12 1023, 115 11 1023, 132 11 1023, 150 10 1023, 167 10 1023, 180 10 1023, 194 10 1023, 204 10 1023, 211 10 0</inkml:trace>
  <inkml:annotation type="path"> 149 236 1, 344 236 1, 633 224 1, 903 213 1, 1181 198 1, 1462 183 1, 1721 168 1, 1976 161 1, 2249 153 1, 2497 149 1, 2692 149 1, 2902 149 1, 3052 149 1, 3161 149 1</inkml:annotation>
  <inkml:annotation type="data">AEUcA4CABAAAAAAAHQO6AkgDDET///8HUGZFiAJIFAUBOBHudoNBCh4Ogvo58FjUvmeegIL8CfgW
hLAAgn8Nxfw3GAH8Nxg=
</inkml:annotation>
  <inkml:annotation type="types">AAEBAQEBAQEBAQEBAQE=
</inkml:annotation>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26 17 1023, 43 17 1023, 59 17 1023, 75 16 1023, 91 16 1023, 108 15 1023, 126 14 1023, 144 13 1023, 159 13 1023, 173 12 1023, 185 12 1023, 197 12 1023, 207 12 1023, 221 12 1023, 233 11 1023, 236 11 1023, 240 11 1023, 242 10 0</inkml:trace>
  <inkml:annotation type="path"> 149 258 1, 382 258 1, 644 258 1, 881 254 1, 1121 243 1, 1368 236 1, 1619 224 1, 1882 213 1, 2152 202 1, 2384 191 1, 2591 183 1, 2778 183 1, 2951 183 1, 3108 179 1, 3311 179 1, 3487 172 1, 3532 164 1, 3596 161 1, 3633 157 1</inkml:annotation>
  <inkml:annotation type="data">AEkcA4CABAAAAAAAHQPiAkoDDET///8HUGZFiAJIFAUBOBHudoNBCiITgvo+CUkdut8b882C/A34
HLKSwWKAgn8Nxfw3GAAP4bjA
</inkml:annotation>
  <inkml:annotation type="types">AAEBAQEBAQEBAQEBAQEBAQEBAQ==
</inkml:annotation>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26 10 1023, 44 10 1023, 61 11 1023, 79 11 1023, 97 12 1023, 116 12 1023, 126 12 1023, 145 12 1023, 163 12 1023, 178 11 1023, 193 11 1023, 209 11 1023, 222 11 1023, 232 11 1023, 244 11 1023, 254 11 1023, 260 11 0</inkml:trace>
  <inkml:annotation type="path"> 149 149 1, 389 149 1, 663 153 1, 918 164 1, 1184 168 1, 1451 172 1, 1736 172 1, 1889 172 1, 2178 172 1, 2441 172 1, 2669 164 1, 2891 164 1, 3127 164 1, 3322 164 1, 3483 161 1, 3663 161 1, 3813 161 1, 3896 161 1</inkml:annotation>
  <inkml:annotation type="data">AEgcA4CABAAAAAAAHQP4AkQDDET///8HUGZFiAJIFAUBOBHudoNBCiESgvo+DLE+f5r1O9zfIIL6
PpSyiwCCfw3F/DcYAB/DcYA=
</inkml:annotation>
  <inkml:annotation type="types">AAEBAQEBAQEBAQEBAQEBAQEB
</inkml:annotation>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23 14 1023, 43 13 1023, 60 13 1023, 76 12 1023, 94 12 1023, 112 11 1023, 132 11 1023, 149 10 1023, 164 10 1023, 177 10 1023, 190 10 1023, 203 10 1023, 214 10 1023, 226 10 1023, 236 10 1023, 242 10 0</inkml:trace>
  <inkml:annotation type="path"> 151 213 1, 350 209 1, 639 198 1, 901 187 1, 1145 172 1, 1407 172 1, 1685 164 1, 1974 161 1, 2232 153 1, 2461 149 1, 2660 149 1, 2851 149 1, 3050 149 1, 3215 149 1, 3391 149 1, 3545 149 1, 3627 149 1</inkml:annotation>
  <inkml:annotation type="data">AEccA4CABAAAAAAAHQPiAkYDDET///8HUGZFiAJIFAUBOBHudoNBCiARgvo58XbjO7ps3yCC/AH4
BssssACCfw3F/DcYAD+G4w==
</inkml:annotation>
  <inkml:annotation type="types">AAEBAQEBAQEBAQEBAQEBAQE=
</inkml:annotation>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27 11 1023, 45 11 1023, 62 10 1023, 80 10 1023, 97 10 1023, 116 10 1023, 126 10 1023, 144 10 1023, 160 10 1023, 173 10 1023, 186 10 1023, 197 10 1023, 207 10 1023, 220 10 1023, 231 10 1023, 233 10 0</inkml:trace>
  <inkml:annotation type="path"> 154 183 1, 405 168 1, 675 157 1, 927 153 1, 1193 153 1, 1459 149 1, 1740 149 1, 1890 149 1, 2160 149 1, 2397 149 1, 2595 149 1, 2787 149 1, 2948 149 1, 3098 149 1, 3300 149 1, 3465 149 1, 3488 149 1</inkml:annotation>
  <inkml:annotation type="data">AEccA4CABAAAAAAAHQPWAkQDDET///8HUGZFiAJIFAUBOBHudoNBCiARgvo+KWXPn+TetvN+cIL7
PvlgAACCfw3F/DcYAD+G4w==
</inkml:annotation>
  <inkml:annotation type="types">AAEBAQEBAQEBAQEBAQEBAQE=
</inkml:annotation>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25 16 1023, 40 16 1023, 55 16 1023, 70 16 1023, 85 16 1023, 99 16 1023, 114 15 1023, 129 15 1023, 143 15 1023, 155 15 1023, 166 15 1023, 178 15 1023, 189 15 1023, 202 15 1023, 208 14 1023, 221 12 1023, 226 11 0</inkml:trace>
  <inkml:annotation type="path"> 149 244 1, 367 244 1, 599 244 1, 821 241 1, 1046 237 1, 1267 237 1, 1484 233 1, 1706 229 1, 1934 222 1, 2144 222 1, 2324 222 1, 2486 222 1, 2673 222 1, 2834 222 1, 3022 218 1, 3123 207 1, 3311 177 1, 3393 162 1</inkml:annotation>
  <inkml:annotation type="data">AEccA4CABAAAAAAAHQPOAkoDDET///8HUGZFiAJIFAUBOBHudoNBCiASgvo9BYu2XPj+L5SC/An4
FBYBbIJ/DcX8NxgAH8NxgA==
</inkml:annotation>
  <inkml:annotation type="types">AAEBAQEBAQEBAQEBAQEBAQEB
</inkml:annotation>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23 11 1023, 42 12 1023, 60 13 1023, 78 13 1023, 96 14 1023, 116 14 1023, 126 14 1023, 136 14 1023, 153 14 1023, 170 13 1023, 184 12 1023, 196 11 1023, 210 11 1023, 220 10 1023, 231 10 1023, 232 10 0</inkml:trace>
  <inkml:annotation type="path"> 149 161 1, 337 161 1, 629 176 1, 892 187 1, 1162 194 1, 1432 202 1, 1736 202 1, 1886 202 1, 2036 202 1, 2298 202 1, 2542 187 1, 2752 172 1, 2943 164 1, 3142 157 1, 3296 149 1, 3461 149 1, 3483 149 1</inkml:annotation>
  <inkml:annotation type="data">AEgcA4CABAAAAAAAHQPWAkYDDET///8HUGZFiAJIFAUBOBHudoNBCiERgvo58FM+l8Tu55n0gIL6
vriyiksAgn8Nxfw3GAA/huM=
</inkml:annotation>
  <inkml:annotation type="types">AAEBAQEBAQEBAQEBAQEBAQE=
</inkml:annotation>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26 22 1023, 43 20 1023, 59 19 1023, 76 18 1023, 95 16 1023, 106 16 1023, 125 14 1023, 142 13 1023, 158 12 1023, 172 11 1023, 186 11 1023, 198 11 1023, 212 10 1023, 219 10 0</inkml:trace>
  <inkml:annotation type="path"> 153 337 1, 393 326 1, 641 303 1, 884 284 1, 1143 262 1, 1432 243 1, 1586 239 1, 1878 213 1, 2137 198 1, 2369 179 1, 2579 168 1, 2797 161 1, 2977 157 1, 3176 149 1, 3292 149 1</inkml:annotation>
  <inkml:annotation type="data">AEgcA4CABAAAAAAAHQPGAlADDET///8HUGZFiAJIFAUBOBHudoNBCiEPgvo+CWZ8vybdbnxggvwl
+FbFzYRYgn8Nxfw3GAD+G4w=
</inkml:annotation>
  <inkml:annotation type="types">AAEBAQEBAQEBAQEBAQEB
</inkml:annotation>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23 10 1023, 41 10 1023, 58 11 1023, 74 12 1023, 93 13 1023, 112 14 1023, 132 16 1023, 150 16 1023, 169 17 1023, 185 18 1023, 204 18 1023, 219 19 1023, 231 19 1023, 243 19 1023, 255 19 1023, 259 19 0</inkml:trace>
  <inkml:annotation type="path"> 149 149 1, 337 149 1, 611 149 1, 869 161 1, 1113 176 1, 1387 194 1, 1683 213 1, 1979 232 1, 2253 243 1, 2527 258 1, 2778 262 1, 3052 269 1, 3281 277 1, 3468 277 1, 3637 281 1, 3821 281 1, 3877 281 1</inkml:annotation>
  <inkml:annotation type="data">AEYcA4CABAAAAAAAHQP2AkwDDET///8HUGZFiAJIFAUBOBHudoNBCh8Rgvo56t4mzvPPT5SC+j6U
E2LKAIJ/DcX8NxgAP4bj
</inkml:annotation>
  <inkml:annotation type="types">AAEBAQEBAQEBAQEBAQEBAQE=
</inkml:annotation>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25 11 1023, 43 11 1023, 60 11 1023, 78 11 1023, 99 11 1023, 110 11 1023, 120 11 1023, 139 11 1023, 157 11 1023, 176 11 1023, 193 11 1023, 207 11 1023, 217 10 1023, 229 10 1023, 233 10 0</inkml:trace>
  <inkml:annotation type="path"> 149 164 1, 371 164 1, 637 164 1, 896 168 1, 1173 168 1, 1477 168 1, 1642 168 1, 1796 168 1, 2084 168 1, 2358 168 1, 2636 164 1, 2891 164 1, 3108 161 1, 3258 153 1, 3434 149 1, 3487 149 1</inkml:annotation>
  <inkml:annotation type="data">AEYcA4CABAAAAAAAHQPWAkIDDET///8HUGZFiAJIFAUBOBHudoNBCh8Qgvo9cs59N+aze+c+UIL6
vrABYIJ/DcX8NxgAfw3G
</inkml:annotation>
  <inkml:annotation type="types">AAEBAQEBAQEBAQEBAQEBAQ==
</inkml:annotation>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25 1023, 35 25 1023, 47 25 1023, 58 24 1023, 69 24 1023, 80 24 1023, 91 23 1023, 103 23 1023, 116 22 1023, 128 22 1023, 139 21 1023, 149 21 1023, 168 20 1023, 178 20 1023, 188 19 1023, 199 19 1023, 216 18 1023, 231 17 1023, 244 17 1023, 255 16 1023, 265 14 1023, 268 13 1023, 271 11 0</inkml:trace>
  <inkml:annotation type="path"> 149 377 1, 371 377 1, 521 373 1, 697 369 1, 862 366 1, 1031 362 1, 1199 354 1, 1368 351 1, 1548 339 1, 1739 332 1, 1912 324 1, 2077 321 1, 2227 313 1, 2519 302 1, 2673 294 1, 2823 287 1, 2981 279 1, 3243 276 1, 3461 257 1, 3659 249 1, 3821 238 1, 3974 208 1, 4012 193 1, 4057 171 1</inkml:annotation>
  <inkml:annotation type="data">AE8cA4CABAAAAAAAHQOGA1IDDET///8HUGZFiAJIFAUBOBHudoNBCigYgvo9e8oktvzfOnwbu34w
gvwt+FyxZZZZZUtlgn8Nxfw3GAAAfw3G
</inkml:annotation>
  <inkml:annotation type="types">AAEBAQEBAQEBAQEBAQEBAQEBAQEBAQEB
</inkml:annotation>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21 21 1023, 33 20 1023, 44 19 1023, 56 18 1023, 67 17 1023, 78 16 1023, 90 15 1023, 102 14 1023, 114 13 1023, 126 13 1023, 137 12 1023, 148 12 1023, 158 11 1023, 168 11 1023, 179 11 1023, 190 11 1023, 208 11 1023, 223 10 1023, 235 10 1023, 246 10 1023, 250 10 0</inkml:trace>
  <inkml:annotation type="path"> 153 322 1, 318 314 1, 494 299 1, 656 284 1, 836 269 1, 1004 254 1, 1177 239 1, 1353 224 1, 1537 213 1, 1713 198 1, 1889 187 1, 2054 176 1, 2216 172 1, 2373 164 1, 2527 161 1, 2688 157 1, 2853 157 1, 3116 157 1, 3341 149 1, 3528 149 1, 3689 149 1, 3757 149 1</inkml:annotation>
  <inkml:annotation type="data">AEgcA4CABAAAAAAAHQPsAlADDET///8HUGZFiAJIFAUBOBHudoNBCiEWgvoksqCqj4u9vxiC/CH4
TAJZYLCCfw3F/DcYAAH8Nxg=
</inkml:annotation>
  <inkml:annotation type="types">AAEBAQEBAQEBAQEBAQEBAQEBAQEBAQ==
</inkml:annotation>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13 1023, 39 13 1023, 49 13 1023, 59 13 1023, 70 13 1023, 80 13 1023, 92 13 1023, 103 13 1023, 115 12 1023, 128 12 1023, 140 12 1023, 151 12 1023, 161 12 1023, 172 12 1023, 182 12 1023, 193 12 1023, 212 12 1023, 229 12 1023, 241 12 1023, 254 12 1023, 266 12 1023, 277 11 1023, 288 10 1023,</inkml:trace>
  <inkml:annotation type="path"> 149 191 1, 303 191 1, 581 191 1, 731 191 1, 888 191 1, 1046 191 1, 1203 191 1, 1372 187 1, 1544 187 1, 1728 184 1, 1919 184 1, 2096 176 1, 2268 172 1, 2418 172 1, 2572 172 1, 2729 172 1, 2887 172 1, 3179 172 1, 3434 172 1, 3607 172 1, 3809 172 1, 3986 172 1, 4154 165 1, 4312 154 1</inkml:annotation>
  <inkml:annotation type="data">AEccA4CABAAAAAAAHQOaA0QDDET///8HUGZFiAJIFAUBOBHudoNBCiAYgvofN86XLJbZZ8m+5aCC
+77wFgAKgn8Nxfw3GAAAAA==
</inkml:annotation>
  <inkml:annotation type="types">AAEBAQEBAQEBAQEBAQEBAQEBAQEBAQEB
</inkml:annotation>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24 20 1023, 44 20 1023, 55 20 1023, 66 20 1023, 77 20 1023, 89 20 1023, 100 20 1023, 111 20 1023, 121 19 1023, 140 19 1023, 160 19 1023, 170 18 1023, 187 18 1023, 200 18 1023, 211 18 1023, 222 17 1023, 225 17 1023, 227 16 1023, 229 14 1023, 232 11 0</inkml:trace>
  <inkml:annotation type="path"> 149 299 1, 352 299 1, 663 299 1, 821 299 1, 982 299 1, 1151 299 1, 1327 299 1, 1492 295 1, 1657 295 1, 1807 291 1, 2096 284 1, 2392 280 1, 2546 276 1, 2801 269 1, 2999 265 1, 3164 265 1, 3329 258 1, 3367 250 1, 3401 235 1, 3427 209 1, 3476 168 1</inkml:annotation>
  <inkml:annotation type="data">AE0cA4CABAAAAAAAHQPUAk4DDET///8HUGZFiAJIFAUBOBHudoNBCiYVgvo8fB85KvzT6fi86+Wo
gvwZ+DQFiwstoIJ/DcX8NxgAA/huMA==
</inkml:annotation>
  <inkml:annotation type="types">AAEBAQEBAQEBAQEBAQEBAQEBAQEB
</inkml:annotation>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26 11 1023, 45 12 1023, 63 13 1023, 81 13 1023, 98 14 1023, 114 15 1023, 131 15 1023, 149 15 1023, 163 15 1023, 175 15 1023, 188 15 1023, 199 14 1023, 210 12 1023, 214 11 0</inkml:trace>
  <inkml:annotation type="path"> 153 160 1, 386 171 1, 667 183 1, 948 190 1, 1211 201 1, 1466 205 1, 1710 220 1, 1968 224 1, 2231 224 1, 2448 224 1, 2617 224 1, 2812 224 1, 2988 205 1, 3146 179 1, 3213 164 1</inkml:annotation>
  <inkml:annotation type="data">AEQcA4CABAAAAAAAHQPAAkgDDET///8HUGZFiAJIFAUBOBHudoNBCh0Pgvo+DlWyedmvjIL6vrix
QtiCfw3F/DcYAP4bjA==
</inkml:annotation>
  <inkml:annotation type="types">AAEBAQEBAQEBAQEBAQEB
</inkml:annotation>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22 17 1023, 40 17 1023, 58 17 1023, 78 16 1023, 88 15 1023, 98 14 1023, 117 14 1023, 135 13 1023, 153 13 1023, 170 13 1023, 183 13 1023, 194 12 1023, 206 12 1023, 216 11 1023, 226 10 1023,</inkml:trace>
  <inkml:annotation type="path"> 149 255 1, 322 255 1, 596 252 1, 869 248 1, 1169 233 1, 1323 222 1, 1473 214 1, 1751 207 1, 2024 199 1, 2291 195 1, 2549 188 1, 2741 188 1, 2906 184 1, 3089 177 1, 3239 169 1, 3393 154 1</inkml:annotation>
  <inkml:annotation type="data">AEUcA4CABAAAAAAAHQPOAkoDDET///8HUGZFiAJIFAUBOBHudoNBCh4Qgvoz4GfS+ar52aCC/A34
HKSwsoCCfw3F/DcYAAA=
</inkml:annotation>
  <inkml:annotation type="types">AAEBAQEBAQEBAQEBAQEBAQ==
</inkml:annotation>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23 20 1023, 41 21 1023, 61 21 1023, 72 21 1023, 82 21 1023, 94 21 1023, 104 20 1023, 115 20 1023, 125 19 1023, 135 18 1023, 146 17 1023, 158 16 1023, 169 15 1023, 179 14 1023, 196 13 1023, 207 11 1023, 219 10 1023, 232 10 1023, 242 10 1023,</inkml:trace>
  <inkml:annotation type="path"> 151 296 1, 342 299 1, 616 307 1, 909 307 1, 1074 307 1, 1235 307 1, 1404 307 1, 1561 299 1, 1719 292 1, 1872 281 1, 2030 273 1, 2195 258 1, 2375 243 1, 2532 228 1, 2686 213 1, 2937 187 1, 3110 164 1, 3282 153 1, 3474 149 1, 3627 149 1</inkml:annotation>
  <inkml:annotation type="data">AEgcA4CABAAAAAAAHQPiAk4DDET///8HUGZFiAJIFAUBOBHudoNBCiEUgvo56z57mypLfi+GToCC
/Bn4NlFlAsiCfw3F/DcYAAA=
</inkml:annotation>
  <inkml:annotation type="types">AAEBAQEBAQEBAQEBAQEBAQEBAQE=
</inkml:annotation>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13 12 1023, 23 16 1023, 34 19 1023, 36 20 1023, 38 20 1023, 49 22 1023, 59 25 1023, 64 26 0</inkml:trace>
  <inkml:annotation type="path"> 169 169 1, 199 180 1, 342 233 1, 507 289 1, 537 293 1, 567 300 1, 732 334 1, 878 372 1, 960 387 1</inkml:annotation>
  <inkml:annotation type="data">AEIcA4CABAAAAAAAHQOoAV4DDET///8HUGZFiAJIFAUBOBFshMtBChsJgvq+f5J875r7gvq+nl25
NIJ/DcX8Nxg/huM=
</inkml:annotation>
  <inkml:annotation type="types">AAEBAQEBAQEB
</inkml:annotation>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14 12 1023, 17 13 1023, 27 18 1023, 38 22 1023, 41 22 1023, 51 25 1023,</inkml:trace>
  <inkml:annotation type="path"> 167 167 1, 204 178 1, 253 201 1, 411 264 1, 572 324 1, 613 336 1, 767 381 1</inkml:annotation>
  <inkml:annotation type="data">AD8cA4CABAAAAAAAHQOQAV4DDET///8HUGZFiAJIFAUBOBFshMtBChgHgvq+V8U+X4iC+r6Xi+eA
gn8Nxfw3GAA=
</inkml:annotation>
  <inkml:annotation type="types">AAEBAQEBAQ==
</inkml:annotation>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25 15 1023, 38 13 1023, 41 13 1023, 52 12 1023, 84 10 1023,</inkml:trace>
  <inkml:annotation type="path"> 156 236 1, 381 217 1, 568 194 1, 617 194 1, 775 183 1, 1266 149 1</inkml:annotation>
  <inkml:annotation type="data">AD4cA4CABAAAAAAAHQPQAU4DDET///8HUGZFiAJIFAUBOBFshMtBChcGgvo9b9Pyfg6C/An4HuWg
gn8Nxfw3GA==
</inkml:annotation>
  <inkml:annotation type="types">AAEBAQEB
</inkml:annotation>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22 10 1023, 33 11 1023, 46 11 1023, 58 11 1023, 69 11 1023, 99 14 1023,</inkml:trace>
  <inkml:annotation type="path"> 151 151 1, 327 155 1, 496 159 1, 691 162 1, 871 166 1, 1036 166 1, 1486 215 1</inkml:annotation>
  <inkml:annotation type="data">AD0cA4CABAAAAAAAHQPuAUoDDET///8HUGZFiAJIFAUBOBFshMtBChYHgvoy5b+CgIL6PplOAIJ/
DcX8NxgA
</inkml:annotation>
  <inkml:annotation type="types">AAEBAQEBAQ==
</inkml:annotation>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23 11 1023, 35 11 1023, 48 11 1023, 63 11 1023, 74 10 1023, 78 10 0</inkml:trace>
  <inkml:annotation type="path"> 149 157 1, 337 157 1, 517 157 1, 723 157 1, 937 157 1, 1106 149 1, 1162 149 1</inkml:annotation>
  <inkml:annotation type="data">AD4cA4CABAAAAAAAHQPEAUQDDET///8HUGZFiAJIFAUBOBFshMtBChcHgvo5Znn4wIL6vrFggn8N
xfw3GP4bjA==
</inkml:annotation>
  <inkml:annotation type="types">AAEBAQEBAQ==
</inkml:annotation>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23 17 1023, 34 15 1023, 48 14 1023, 59 12 1023, 61 12 1023, 63 11 1023, 65 11 1023, 67 11 1023, 69 10 1023, 78 10 1023, 91 10 1023,</inkml:trace>
  <inkml:annotation type="path"> 153 254 1, 340 247 1, 509 228 1, 726 202 1, 880 172 1, 914 172 1, 948 164 1, 981 164 1, 1011 157 1, 1041 153 1, 1165 149 1, 1368 149 1</inkml:annotation>
  <inkml:annotation type="data">AEIcA4CABAAAAAAAHQPeAVADDET///8HUGZFiAJIFAUBOBFshMtBChsMgvo5vO/OHxeAgvwN+B9l
yxYAgn8Nxfw3GAA=
</inkml:annotation>
  <inkml:annotation type="types">AAEBAQEBAQEBAQEB
</inkml:annotation>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23 11 1023, 35 11 1023, 45 11 1023, 58 11 1023, 72 11 1023, 86 11 1023,</inkml:trace>
  <inkml:annotation type="path"> 149 171 1, 348 171 1, 524 171 1, 678 167 1, 873 160 1, 1076 160 1, 1282 160 1</inkml:annotation>
  <inkml:annotation type="data">ADocA4CABAAAAAAAHQPUAUQDDET///8HUGZFiAJIFAUBOBFshMtBChMHgvo5d5CC+r6wAIJ/DcX8
NxgA
</inkml:annotation>
  <inkml:annotation type="types">AAEBAQEBAQ==
</inkml:annotation>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13 11 1023, 30 13 1023, 41 14 1023, 52 15 1023, 63 16 1023, 75 17 1023, 77 18 1023, 89 20 1023, 102 21 1023,</inkml:trace>
  <inkml:annotation type="path"> 157 157 1, 194 161 1, 446 202 1, 622 217 1, 787 228 1, 948 236 1, 1128 258 1, 1162 266 1, 1338 296 1, 1533 318 1</inkml:annotation>
  <inkml:annotation type="data">AEEcA4CABAAAAAAAHQPyAVYDDET///8HUGZFiAJIFAUBOBFshMtBChoKgvo+P8AfCT6fogCC+j55
QlCCfw3F/DcYAA==
</inkml:annotation>
  <inkml:annotation type="types">AAEBAQEBAQEBAQ==
</inkml:annotation>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14 11 1023, 25 13 1023, 38 15 1023, 48 16 1023, 60 17 1023, 73 17 1023, 86 17 1023, 102 17 1023, 112 18 1023,</inkml:trace>
  <inkml:annotation type="path"> 160 160 1, 209 168 1, 382 194 1, 565 220 1, 719 235 1, 903 250 1, 1090 254 1, 1285 258 1, 1525 262 1, 1675 265 1</inkml:annotation>
  <inkml:annotation type="data">AD8cA4CABAAAAAAAHQOEAlADDET///8HUGZFiAJIFAUBOBFshMtBChgKgvq+X5M7kc+Egvq+vFUg
gn8Nxfw3GAA=
</inkml:annotation>
  <inkml:annotation type="types">AAEBAQEBAQEBAQ==
</inkml:annotation>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13 11 1023, 23 12 1023, 35 13 1023, 45 14 1023, 58 14 1023, 73 14 1023, 84 14 1023,</inkml:trace>
  <inkml:annotation type="path"> 156 156 1, 198 160 1, 348 179 1, 524 201 1, 670 205 1, 876 209 1, 1098 209 1, 1266 209 1</inkml:annotation>
  <inkml:annotation type="data">AD0cA4CABAAAAAAAHQPQAUgDDET///8HUGZFiAJIFAUBOBFshMtBChYIgvo+P4s3meSC+j5xQIJ/
DcX8NxgA
</inkml:annotation>
  <inkml:annotation type="types">AAEBAQEBAQE=
</inkml:annotation>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16 11 1023, 28 13 1023, 40 13 1023, 52 13 1023, 63 13 1023, 78 13 1023, 95 13 1023,</inkml:trace>
  <inkml:annotation type="path"> 160 160 1, 235 171 1, 426 194 1, 599 198 1, 779 198 1, 944 198 1, 1169 198 1, 1428 190 1</inkml:annotation>
  <inkml:annotation type="data">ADwcA4CABAAAAAAAHQPkAUYDDET///8HUGZFiAJIFAUBOBFshMtBChUIgvq+H4i+MIL6vrzQgn8N
xfw3GAA=
</inkml:annotation>
  <inkml:annotation type="types">AAEBAQEBAQE=
</inkml:annotation>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24 10 1023, 37 10 1023, 48 10 1023, 60 11 1023, 71 12 1023, 76 13 0</inkml:trace>
  <inkml:annotation type="path"> 149 149 1, 356 149 1, 547 153 1, 719 153 1, 899 161 1, 1064 183 1, 1132 187 1</inkml:annotation>
  <inkml:annotation type="data">AD0cA4CABAAAAAAAHQPAAUgDDET///8HUGZFiAJIFAUBOBFshMtBChYHgvo8XZfhgvo+kgCCfw3F
/DcY/huM
</inkml:annotation>
  <inkml:annotation type="types">AAEBAQEBAQ==
</inkml:annotation>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15 12 1023, 26 14 1023, 38 16 1023, 48 18 1023, 60 21 1023, 65 22 1023, 70 24 1023,</inkml:trace>
  <inkml:annotation type="path"> 162 162 1, 222 173 1, 383 207 1, 567 237 1, 717 267 1, 893 308 1, 968 335 1, 1043 353 1</inkml:annotation>
  <inkml:annotation type="data">AD4cA4CABAAAAAAAHQOyAVoDDET///8HUGZFiAJIFAUBOBFshMtBChcIgvq+P4pufGCC+r6YTYCC
fw3F/DcYAA==
</inkml:annotation>
  <inkml:annotation type="types">AAEBAQEBAQE=
</inkml:annotation>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13 14 1023, 14 16 1023,</inkml:trace>
  <inkml:annotation type="path"> 171 171 1, 190 205 1, 209 239 1</inkml:annotation>
  <inkml:annotation type="data">ADYcA4CABAAAAAAAHQJITAMMRP///wdQZkWIAkgUBQE4EWyEy0EKEAOC+r56gvq+WoJ/DcX8Nxg=
</inkml:annotation>
  <inkml:annotation type="types">AAEB
</inkml:annotation>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10 13 1023, 10 15 1023,</inkml:trace>
  <inkml:annotation type="path"> 149 149 1, 149 188 1, 149 227 1</inkml:annotation>
  <inkml:annotation type="data">ADYcA4CABAAAAAAAHQJCTAMMRP///wdQZkWIAkgUBQE4EWyEy0EKEAOC+j6Qgvo+OoJ/DcX8Nxg=
</inkml:annotation>
  <inkml:annotation type="types">AAEB
</inkml:annotation>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158 154 1, 156 193 1, 154 232 1</inkml:annotation>
  <inkml:annotation type="data">ADMcA4CABAAAAAAAHQJETAMMRP///wdQZkWIAkgUBQE4EWyEy0EKDQKC+r7Qgvo+MIJ/DcQ=
</inkml:annotation>
  <inkml:annotation type="types">AAEB
</inkml:annotation>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13 21 1023, 17 48 1023,</inkml:trace>
  <inkml:annotation type="path"> 161 161 1, 187 315 1, 255 713 1</inkml:annotation>
  <inkml:annotation type="data">ADgcA4CABAAAAAAAHQNOiAEDDET///8HUGZFiAJIFAUBOBFshMtBChEDgvq+fIL6r+Bggn8Nxfw3
GA==
</inkml:annotation>
  <inkml:annotation type="types">AAEB
</inkml:annotation>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10 20 1023, 11 41 1023,</inkml:trace>
  <inkml:annotation type="path"> 151 151 1, 153 307 1, 158 608 1</inkml:annotation>
  <inkml:annotation type="data">ADYcA4CABAAAAAAAHQJEfgMMRP///wdQZkWIAkgUBQE4EWyEy0EKEAOC+j6YgvofUIJ/DcX8Nxg=
</inkml:annotation>
  <inkml:annotation type="types">AAEB
</inkml:annotation>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18 37 1023, 20 43 1023,</inkml:trace>
  <inkml:annotation type="path"> 165 165 1, 263 555 1, 293 641 1</inkml:annotation>
  <inkml:annotation type="data">ADkcA4CABAAAAAAAHQNSgAEDDET///8HUGZFiAJIFAUBOBFshMtBChIDgvq8+4L6vwF+DYJ/DcX8
Nxg=
</inkml:annotation>
  <inkml:annotation type="types">AAEB
</inkml:annotation>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15 21 1023, 20 35 1023,</inkml:trace>
  <inkml:annotation type="path"> 169 169 1, 226 315 1, 304 518 1</inkml:annotation>
  <inkml:annotation type="data">ADYcA4CABAAAAAAAHQJUcAMMRP///wdQZkWIAkgUBQE4EWyEy0EKEAOC+r44gvqvgIJ/DcX8Nxg=
</inkml:annotation>
  <inkml:annotation type="types">AAEB
</inkml:annotation>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10 40 1023, 10 52 1023,</inkml:trace>
  <inkml:annotation type="path"> 172 154 1, 149 596 1, 149 772 1</inkml:annotation>
  <inkml:annotation type="data">ADocA4CABAAAAAAAHQNGkgEDDET///8HUGZFiAJIFAUBOBFshMtBChMDgvs/AOCC+j8GfgmCfw3F
/DcY
</inkml:annotation>
  <inkml:annotation type="types">AAEB
</inkml:annotation>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14 36 1023, 16 43 1023,</inkml:trace>
  <inkml:annotation type="path"> 160 160 1, 216 535 1, 246 651 1</inkml:annotation>
  <inkml:annotation type="data">ADkcA4CABAAAAAAAHQNMgAEDDET///8HUGZFiAJIFAUBOBFshMtBChIDgvq+WoL6vwB+CYJ/DcX8
Nxg=
</inkml:annotation>
  <inkml:annotation type="types">AAEB
</inkml:annotation>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13 21 1023, 17 36 1023,</inkml:trace>
  <inkml:annotation type="path"> 165 165 1, 202 316 1, 255 536 1</inkml:annotation>
  <inkml:annotation type="data">ADYcA4CABAAAAAAAHQJOcgMMRP///wdQZkWIAkgUBQE4EWyEy0EKEAOC+r58gvqvoIJ/DcX8Nxg=
</inkml:annotation>
  <inkml:annotation type="types">AAEB
</inkml:annotation>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164 164 1, 192 192 1, 219 219 1</inkml:annotation>
  <inkml:annotation type="data">ACwcA4CABAAAAAAAHQJKSgMMRP///wdQZkWIAkgUEWyEy0EKCQOC+r5wgvq+cA==
</inkml:annotation>
  <inkml:annotation type="types">AAEB
</inkml:annotation>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11 21 1023, 12 44 1023,</inkml:trace>
  <inkml:annotation type="path"> 153 153 1, 160 309 1, 176 656 1</inkml:annotation>
  <inkml:annotation type="data">ADccA4CABAAAAAAAHQNGhAEDDET///8HUGZFiAJIFAUBOBFshMtBChADgvo+cIL6J9iCfw3F/DcY
</inkml:annotation>
  <inkml:annotation type="types">AAEB
</inkml:annotation>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12 21 1023, 15 50 1023,</inkml:trace>
  <inkml:annotation type="path"> 158 158 1, 175 313 1, 225 754 1</inkml:annotation>
  <inkml:annotation type="data">ADgcA4CABAAAAAAAHQNKjgEDDET///8HUGZFiAJIFAUBOBFshMtBChEDgvq+nIL6r+Cggn8Nxfw3
GA==
</inkml:annotation>
  <inkml:annotation type="types">AAEB
</inkml:annotation>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158 158 1, 177 313 1, 233 792 1</inkml:annotation>
  <inkml:annotation type="data">ADMcA4CABAAAAAAAHQNKkgEDDET///8HUGZFiAJIFAUBOBFshMtBCgwCgvq+kIL6qIJ/DcQ=
</inkml:annotation>
  <inkml:annotation type="types">AAEB
</inkml:annotation>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11 13 1023, 11 18 1023, 10 30 1023,</inkml:trace>
  <inkml:annotation type="path"> 173 156 1, 169 198 1, 169 265 1, 154 445 1</inkml:annotation>
  <inkml:annotation type="data">ADkcA4CABAAAAAAAHQJGZgMMRP///wdQZkWIAkgUBQE4EWyEy0EKEwSC+z75QIL6Pjz4gIJ/DcX8
Nxg=
</inkml:annotation>
  <inkml:annotation type="types">AAEBAQ==
</inkml:annotation>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10 13 1023, 10 15 1023,</inkml:trace>
  <inkml:annotation type="path"> 157 153 1, 155 192 1, 153 231 1</inkml:annotation>
  <inkml:annotation type="data">ADYcA4CABAAAAAAAHQJETAMMRP///wdQZkWIAkgUBQE4EWyEy0EKEAOC+r7Ygvo+OoJ/DcX8Nxg=
</inkml:annotation>
  <inkml:annotation type="types">AAEB
</inkml:annotation>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18 16 1023, 15 32 1023, 12 45 1023,</inkml:trace>
  <inkml:annotation type="path"> 295 164 1, 276 247 1, 223 479 1, 175 682 1</inkml:annotation>
  <inkml:annotation type="data">ADscA4CABAAAAAAAHQNQhAEDDET///8HUGZFiAJIFAUBOBFshMtBChQEgvwZ+EaAgvq+H6uggn8N
xfw3GA==
</inkml:annotation>
  <inkml:annotation type="types">AAEBAQ==
</inkml:annotation>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11 13 1023, 10 16 1023,</inkml:trace>
  <inkml:annotation type="path"> 162 156 1, 159 195 1, 156 234 1</inkml:annotation>
  <inkml:annotation type="data">ADYcA4CABAAAAAAAHQJCTAMMRP///wdQZkWIAkgUBQE4EWyEy0EKEAOC+r66gvo+MIJ/DcX8Nxg=
</inkml:annotation>
  <inkml:annotation type="types">AAEB
</inkml:annotation>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10 14 1023, 10 27 1023, 10 40 1023,</inkml:trace>
  <inkml:annotation type="path"> 149 149 1, 149 209 1, 149 408 1, 149 596 1</inkml:annotation>
  <inkml:annotation type="data">ADccA4CABAAAAAAAHQJCfAMMRP///wdQZkWIAkgUBQE4EWyEy0EKEQSC+j6Qgvo+H5iCfw3F/DcY
</inkml:annotation>
  <inkml:annotation type="types">AAEBAQ==
</inkml:annotation>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18 17 1023, 12 31 1023,</inkml:trace>
  <inkml:annotation type="path"> 296 169 1, 263 259 1, 180 462 1</inkml:annotation>
  <inkml:annotation type="data">ADkcA4CABAAAAAAAHQJSaAMMRP///wdQZkWIAkgUBQE4EWyEy0EKEwOC/Bn4R8iC+r38gIJ/DcX8
Nxg=
</inkml:annotation>
  <inkml:annotation type="types">AAEB
</inkml:annotation>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37 14 1023, 33 22 1023, 26 36 1023, 20 49 1023,</inkml:trace>
  <inkml:annotation type="path"> 577 169 1, 562 210 1, 502 330 1, 397 544 1, 303 731 1</inkml:annotation>
  <inkml:annotation type="data">ADwcA4CABAAAAAAAHQNsigEDDET///8HUGZFiAJIFAUBOBFshMtBChUFgvxh+M+9gIL6vl9fBYJ/
DcX8Nxg=
</inkml:annotation>
  <inkml:annotation type="types">AAEBAQE=
</inkml:annotation>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29 15 1023, 22 30 1023, 18 39 1023, 10 52 1023,</inkml:trace>
  <inkml:annotation type="path"> 460 170 1, 434 230 1, 336 448 1, 269 583 1, 156 785 1</inkml:annotation>
  <inkml:annotation type="data">AD4cA4CABAAAAAAAHQNokgEDDET///8HUGZFiAJIFAUBOBFshMtBChcFgvxF+J/fPICC+r4/q+Hw
gn8Nxfw3GA==
</inkml:annotation>
  <inkml:annotation type="types">AAEBAQE=
</inkml:annotation>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25 15 1023, 19 28 1023, 12 44 1023,</inkml:trace>
  <inkml:annotation type="path"> 403 171 1, 373 227 1, 280 422 1, 175 658 1</inkml:annotation>
  <inkml:annotation type="data">ADscA4CABAAAAAAAHQNeggEDDET///8HUGZFiAJIFAUBOBFshMtBChQEgvw1+H/Ngvq+P5uAgn8N
xfw3GA==
</inkml:annotation>
  <inkml:annotation type="types">AAEBAQ==
</inkml:annotation>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148 34 1023, 137 33 1023, 126 32 1023, 115 31 1023, 103 30 1023, 91 28 1023, 80 27 1023, 68 26 1023, 58 26 1023, 56 26 1023, 54 26 1023, 51 25 1023, 41 22 1023, 38 22 1023, 36 20 1023, 26 16 1023, 16 13 1023, 11 11 0</inkml:trace>
  <inkml:annotation type="path"> 2268 505 1, 2215 505 1, 2050 494 1, 1893 475 1, 1724 460 1, 1540 445 1, 1360 427 1, 1203 408 1, 1027 393 1, 873 389 1, 843 385 1, 805 385 1, 764 374 1, 614 325 1, 577 325 1, 535 307 1, 397 247 1, 235 190 1, 168 168 1</inkml:annotation>
  <inkml:annotation type="data">AFAcA4CABAAAAAAAHQOQA3gDDET///8HUGZFiAJIFAUBOBFI+ftBCikTgv4AS/gBn5Spc+Rfj+Kf
K9CC/FH4posQu83ZAIJ/DcX8NxgAD+G4wA==
</inkml:annotation>
  <inkml:annotation type="types">AAEBAQEBAQEBAQEBAQEBAQEBAQ==
</inkml:annotation>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13 15 1023, 16 25 1023, 19 35 1023,</inkml:trace>
  <inkml:annotation type="path"> 169 169 1, 188 218 1, 244 379 1, 289 525 1</inkml:annotation>
  <inkml:annotation type="data">ADccA4CABAAAAAAAHQJUegMMRP///wdQZkWIAkgUBQE4EUj5+0EKEQSC+r54gvq+P4CCfw3F/DcY
</inkml:annotation>
  <inkml:annotation type="types">AAEBAQ==
</inkml:annotation>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10 13 1023, 11 26 1023, 12 35 1023, 14 47 1023,</inkml:trace>
  <inkml:annotation type="path"> 149 149 1, 149 198 1, 157 386 1, 176 521 1, 206 708 1</inkml:annotation>
  <inkml:annotation type="data">ADscA4CABAAAAAAAHQNMnAEDDET///8HUGZFiAJIFAUBOBFI+ftBChQFgvo+mICC+j4/o88Agn8N
xfw3GA==
</inkml:annotation>
  <inkml:annotation type="types">AAEBAQE=
</inkml:annotation>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130 11 1023, 115 13 1023, 102 15 1023, 91 16 1023, 78 18 1023, 66 19 1023, 64 19 1023, 52 19 1023, 41 20 1023, 31 21 1023, 20 23 1023, 13 23 1023, 11 23 1023, 13 24 1023, 17 25 1023, 20 26 1023, 30 27 1023, 42 29 1023, 55 30 1023, 69 31 1023, 86 32 1023, 104 33 1023, 122 34 1023, 140 36 1023, 151 37 1023, 161 37 1023, 172 38 1023, 183 38 1023, 193 39 1023, 208 40 1023, 226 40 1023, 243 41 1023, 259 41 1023, 273 41 1023, 287 42 1023, 301 42 1023, 313 44 1023, 315 44 1023, 311 45 1023, 302 48 1023, 299 49 1023, 296 51 1023, 285 58 1023, 281 61 1023, 270 69 1023, 262 78 1023, 258 82 1023,</inkml:trace>
  <inkml:annotation type="path"> 1992 157 1, 1954 161 1, 1725 198 1, 1523 224 1, 1365 247 1, 1174 273 1, 994 292 1, 957 292 1, 784 292 1, 619 303 1, 469 322 1, 293 344 1, 188 348 1, 158 352 1, 195 367 1, 248 382 1, 304 389 1, 454 412 1, 627 431 1, 818 449 1, 1035 468 1, 1283 487 1, 1560 502 1, 1823 517 1, 2100 536 1, 2258 551 1, 2415 558 1, 2584 569 1, 2738 577 1, 2888 588 1, 3120 599 1, 3383 603 1, 3642 618 1, 3878 618 1, 4088 622 1, 4302 629 1, 4508 633 1, 4695 656 1, 4729 663 1, 4662 678 1, 4523 723 1, 4482 742 1, 4444 764 1, 4279 866 1, 4219 911 1, 4054 1042 1, 3923 1166 1, 3867 1233 1</inkml:annotation>
  <inkml:annotation type="data">AG4cA4CABAAAAAAAHQSYBuwBAwxE////B1BmRYgCSBQFATgRSPn7QQpGMIL93fvX7czZ9H0yXx68
ZfiyTkPjsX1y3Tfp+H38D5fi+Pnggvo+eLLUTUEoS2WLKlzZmz159T2Agn8Nxfw3GAAAAAAAAA==
</inkml:annotation>
  <inkml:annotation type="types">AAEBAQEBAQEBAQEBAQEBAQEBAQEBAQEBAQEBAQEBAQEBAQEBAQEBAQEBAQEBAQEB
</inkml:annotation>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27 20 1023, 38 15 1023, 40 14 1023, 43 10 1023, 41 10 1023, 39 10 1023, 28 10 1023, 26 11 1023, 23 12 1023, 21 13 1023, 14 18 1023, 13 20 1023,</inkml:trace>
  <inkml:annotation type="path"> 340 322 1, 403 296 1, 565 228 1, 598 202 1, 643 153 1, 613 149 1, 580 149 1, 418 153 1, 385 168 1, 347 179 1, 313 198 1, 216 266 1, 190 296 1</inkml:annotation>
  <inkml:annotation type="data">AEkcA4CABAAAAAAAHQOKAV4DDET///8HUGZFiAJIFAUBOBFI+ftBCiINgvwl+C/i+ee3z/NZ7+CC
/CH4V7474IeOgIJ/DcX8NxgA
</inkml:annotation>
  <inkml:annotation type="types">AAEBAQEBAQEBAQEBAQ==
</inkml:annotation>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11 21 1023, 11 18 1023, 14 10 1023, 15 12 1023, 19 25 1023,</inkml:trace>
  <inkml:annotation type="path"> 155 362 1, 159 313 1, 167 268 1, 208 152 1, 223 182 1, 287 373 1</inkml:annotation>
  <inkml:annotation type="data">AD0cA4CABAAAAAAAHQJWZAMMRP///wdQZkWIAkgUBQE4EUj5+0EKFwaC+j57zeCC/Cn4be/o+oCC
fw3F/DcY
</inkml:annotation>
  <inkml:annotation type="types">AAEBAQEB
</inkml:annotation>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16 35 1023, 14 20 1023, 11 10 1023, 10 15 1023, 10 22 1023, 10 36 1023,</inkml:trace>
  <inkml:annotation type="path"> 256 656 1, 241 525 1, 203 300 1, 170 143 1, 151 225 1, 151 326 1, 155 544 1</inkml:annotation>
  <inkml:annotation type="data">AEIcA4CABAAAAAAAHQNSlAEDDET///8HUGZFiAJIFAUBOBFI+ftBChsHgvwN+CbcgIL8efk/4fX4
Cz4ggn8Nxfw3GAA=
</inkml:annotation>
  <inkml:annotation type="types">AAEBAQEBAQ==
</inkml:annotation>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13 32 1023, 14 21 1023, 15 17 1023, 17 9 1023, 15 14 1023, 13 23 1023, 10 34 1023,</inkml:trace>
  <inkml:annotation type="path"> 193 565 1, 201 479 1, 208 321 1, 220 258 1, 253 134 1, 231 205 1, 193 351 1, 156 513 1</inkml:annotation>
  <inkml:annotation type="data">AEEcA4CABAAAAAAAHQNShgEDDET///8HUGZFiAJIFAUBOBFI+ftBChoIgvu++J5Ugvxh+Pffxefu
8YCCfw3F/DcYAA==
</inkml:annotation>
  <inkml:annotation type="types">AAEBAQEBAQE=
</inkml:annotation>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12 28 1023, 14 15 1023, 14 11 1023, 16 14 1023, 18 19 1023, 19 23 1023, 19 28 1023,</inkml:trace>
  <inkml:annotation type="path"> 162 504 1, 177 422 1, 211 231 1, 214 167 1, 244 208 1, 267 279 1, 278 347 1, 282 426 1</inkml:annotation>
  <inkml:annotation type="data">AD8cA4CABAAAAAAAHQJWeAMMRP///wdQZkWIAkgUBQE4EUj5+0EKGQiC+r6ZuLSC/FH41+P5viyw
gn8Nxfw3GAA=
</inkml:annotation>
  <inkml:annotation type="types">AAEBAQEBAQE=
</inkml:annotation>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14 21 1023, 13 10 1023, 11 13 1023, 11 18 1023, 10 30 1023,</inkml:trace>
  <inkml:annotation type="path"> 214 424 1, 203 315 1, 196 146 1, 169 195 1, 158 270 1, 151 454 1</inkml:annotation>
  <inkml:annotation type="data">AD8cA4CABAAAAAAAHQJMdAMMRP///wdQZkWIAkgUBQE4EUj5+0EKGQaC/AH4Btyggvw5+K/P4Az4
gIJ/DcX8Nxg=
</inkml:annotation>
  <inkml:annotation type="types">AAEBAQEB
</inkml:annotation>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38 23 1023, 37 20 1023, 34 14 1023, 32 12 1023, 30 11 1023, 28 10 1023, 25 10 1023, 22 11 1023, 19 13 1023, 17 14 1023, 12 23 1023, 11 27 1023,</inkml:trace>
  <inkml:annotation type="path"> 577 389 1, 570 341 1, 551 292 1, 506 202 1, 483 176 1, 450 157 1, 412 149 1, 367 149 1, 322 157 1, 277 187 1, 258 213 1, 180 344 1, 157 397 1</inkml:annotation>
  <inkml:annotation type="data">AEQcA4CABAAAAAAAHQOEAWoDDET///8HUGZFiAJIFAUBOBFI+ftBCh0Ngvxl+NWwpO+Agvwx+H3f
ESS/J7CCfw3F/DcYAA==
</inkml:annotation>
  <inkml:annotation type="types">AAEBAQEBAQEBAQEBAQ==
</inkml:annotation>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42 23 1023, 45 16 1023, 45 13 1023, 43 12 1023, 39 10 1023, 37 10 1023, 27 12 1023, 25 13 1023, 14 22 1023, 11 25 1023,</inkml:trace>
  <inkml:annotation type="path"> 611 389 1, 633 337 1, 667 232 1, 667 194 1, 637 172 1, 585 149 1, 551 149 1, 408 172 1, 375 194 1, 213 322 1, 161 378 1</inkml:annotation>
  <inkml:annotation type="data">AEkcA4CABAAAAAAAHQOSAWgDDET///8HUGZFiAJIFAUBOBFI+ftBCiILgvxt+Nc7u58vyfP8gIL8
Mfh/z4y5l+T4QIJ/DcX8NxgA
</inkml:annotation>
  <inkml:annotation type="types">AAEBAQEBAQEBAQE=
</inkml:annotation>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69 21 1023, 67 19 1023, 66 17 1023, 64 15 1023, 61 13 1023, 58 12 1023, 55 11 1023, 52 10 1023, 46 10 1023, 39 11 1023, 34 12 1023, 24 16 1023, 16 21 1023,</inkml:trace>
  <inkml:annotation type="path"> 1032 349 1, 1028 315 1, 1009 281 1, 987 251 1, 953 217 1, 916 195 1, 871 176 1, 822 161 1, 777 154 1, 691 150 1, 582 161 1, 507 184 1, 361 244 1, 233 311 1</inkml:annotation>
  <inkml:annotation type="data">AEIcA4CABAAAAAAAHQPEAWIDDET///8HUGZFiAJIFAUBOBFI+ftBChsOgvzd+b9lo7c94IL8Jfhc
ISOQgn8Nxfw3GAA=
</inkml:annotation>
  <inkml:annotation type="types">AAEBAQEBAQEBAQEBAQE=
</inkml:annotation>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35 15 1023, 32 12 1023, 29 11 1023, 26 10 1023, 22 10 1023, 16 12 1023, 13 13 1023, 9 16 1023,</inkml:trace>
  <inkml:annotation type="path"> 542 255 1, 523 229 1, 478 180 1, 433 158 1, 384 150 1, 324 154 1, 238 173 1, 189 199 1, 141 233 1</inkml:annotation>
  <inkml:annotation type="data">AEAcA4CABAAAAAAAHQOCAVQDDET///8HUGZFiAJIFAUBOBFI+ftBChkJgvxZ+L9LvKCC/A34LuJl
wIJ/DcX8NxgA
</inkml:annotation>
  <inkml:annotation type="types">AAEBAQEBAQEB
</inkml:annotation>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59 27 1023, 56 20 1023, 54 18 1023, 47 12 1023, 45 11 1023, 42 10 1023, 40 10 1023, 36 10 1023, 33 11 1023, 30 12 1023, 23 15 1023, 20 17 1023, 17 20 1023, 12 25 1023, 11 28 1023,</inkml:trace>
  <inkml:annotation type="path"> 904 449 1, 889 401 1, 840 303 1, 806 266 1, 701 179 1, 667 164 1, 630 153 1, 596 149 1, 540 149 1, 495 157 1, 446 176 1, 341 228 1, 296 258 1, 259 292 1, 184 374 1, 157 416 1</inkml:annotation>
  <inkml:annotation type="data">AEocA4CABAAAAAAAHQO4AXIDDET///8HUGZFiAJIFAUBOBFI+ftBCiMQgvy5+X9nv1ZsefDfAIL8
Qfifz68+kRlmaIJ/DcX8NxgAAA==
</inkml:annotation>
  <inkml:annotation type="types">AAEBAQEBAQEBAQEBAQEBAQ==
</inkml:annotation>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25 22 1023, 25 18 1023, 25 13 1023, 26 10 1023, 23 13 1023, 15 21 1023, 13 25 1023, 11 29 1023,</inkml:trace>
  <inkml:annotation type="path"> 357 411 1, 368 332 1, 368 276 1, 376 197 1, 391 152 1, 342 189 1, 226 313 1, 199 373 1, 158 433 1</inkml:annotation>
  <inkml:annotation type="data">AEIcA4CABAAAAAAAHQJobgMMRP///wdQZkWIAkgUBQE4EUj5+0EKHAmC/Cn4TqeffwCC/DX4llz4
PXkAgn8Nxfw3GAA=
</inkml:annotation>
  <inkml:annotation type="types">AAEBAQEBAQEB
</inkml:annotation>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17 18 1023, 15 12 1023, 14 10 1023, 13 12 1023, 11 17 1023, 10 20 1023,</inkml:trace>
  <inkml:annotation type="path"> 267 307 1, 256 266 1, 222 176 1, 207 149 1, 192 179 1, 162 258 1, 154 307 1</inkml:annotation>
  <inkml:annotation type="data">AD8cA4CABAAAAAAAHQJUXAMMRP///wdQZkWIAkgUBQE4EUj5+0EKGQeC/BH4LsWAgvwZ+EfPjxzQ
gn8Nxfw3GAA=
</inkml:annotation>
  <inkml:annotation type="types">AAEBAQEBAQ==
</inkml:annotation>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29 27 1023, 29 22 1023, 28 18 1023, 27 15 1023, 24 11 1023, 21 12 1023, 20 14 1023, 18 17 1023, 12 30 1023, 10 34 1023,</inkml:trace>
  <inkml:annotation type="path"> 442 487 1, 442 400 1, 431 329 1, 416 273 1, 401 232 1, 367 160 1, 318 175 1, 296 205 1, 269 250 1, 179 445 1, 157 517 1</inkml:annotation>
  <inkml:annotation type="data">AEMcA4CABAAAAAAAHQJwfAMMRP///wdQZkWIAkgUBQE4EUj5+0EKHQuC/D34fVrL58CC/En4vSX1
J9HzgIJ/DcX8NxgA
</inkml:annotation>
  <inkml:annotation type="types">AAEBAQEBAQEBAQE=
</inkml:annotation>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14 13 1023, 14 11 1023, 11 16 1023,</inkml:trace>
  <inkml:annotation type="path"> 203 245 1, 210 197 1, 210 163 1, 158 242 1</inkml:annotation>
  <inkml:annotation type="data">ADscA4CABAAAAAAAHQJKUAMMRP///wdQZkWIAkgUBQE4EUj5+0EKFQSC/AH4BdCC/An4LnxAgn8N
xfw3GA==
</inkml:annotation>
  <inkml:annotation type="types">AAEBAQ==
</inkml:annotation>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12 10 1023, 10 14 1023,</inkml:trace>
  <inkml:annotation type="path"> 187 194 1, 187 153 1, 157 209 1</inkml:annotation>
  <inkml:annotation type="data">ADgcA4CABAAAAAAAHQJGSgMMRP///wdQZkWIAkgUBQE4EUj5+0EKEgOC+z7dgvu/AvxAgn8Nxfw3
GA==
</inkml:annotation>
  <inkml:annotation type="types">AAEB
</inkml:annotation>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10 14 1023, 11 11 1023, 11 14 1023,</inkml:trace>
  <inkml:annotation type="path"> 149 271 1, 149 207 1, 157 159 1, 161 215 1</inkml:annotation>
  <inkml:annotation type="data">ADocA4CABAAAAAAAHQJEVAMMRP///wdQZkWIAkgUBQE4EUj5+0EKFASC+j6ZQIL8EfhGfACCfw3F
/DcY
</inkml:annotation>
  <inkml:annotation type="types">AAEBAQ==
</inkml:annotation>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11 13 1023, 10 11 1023, 10 13 1023, 10 16 1023,</inkml:trace>
  <inkml:annotation type="path"> 164 234 1, 157 200 1, 153 159 1, 149 189 1, 149 238 1</inkml:annotation>
  <inkml:annotation type="data">ADocA4CABAAAAAAAHQJGTgMMRP///wdQZkWIAkgUBQE4EUj5+0EKFAWC+r67AIL8CfgueICCfw3F
/DcY
</inkml:annotation>
  <inkml:annotation type="types">AAEBAQE=
</inkml:annotation>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10 10 1023, 11 15 1023,</inkml:trace>
  <inkml:annotation type="path"> 152 201 1, 148 148 1, 159 227 1</inkml:annotation>
  <inkml:annotation type="data">ADgcA4CABAAAAAAAHQJEUAMMRP///wdQZkWIAkgUBQE4EUj5+0EKEgOC+j6Ygvu/AvyAgn8Nxfw3
GA==
</inkml:annotation>
  <inkml:annotation type="types">AAEB
</inkml:annotation>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15 21 1023, 13 16 1023, 11 14 1023, 10 11 1023, 10 14 1023, 10 18 1023,</inkml:trace>
  <inkml:annotation type="path"> 236 369 1, 221 320 1, 187 238 1, 169 204 1, 154 159 1, 150 211 1, 154 275 1</inkml:annotation>
  <inkml:annotation type="data">AD4cA4CABAAAAAAAHQJQZAMMRP///wdQZkWIAkgUBQE4EUj5+0EKGAeC/An4HqQAgvwt+H7y/BCC
fw3F/DcYAA==
</inkml:annotation>
  <inkml:annotation type="types">AAEBAQEBAQ==
</inkml:annotation>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159 12 1023, 148 14 1023, 138 18 1023, 126 23 1023, 115 27 1023, 104 30 1023, 93 34 1023, 82 38 1023, 71 42 1023, 60 46 1023, 49 49 1023, 38 52 1023, 35 53 1023, 23 55 1023, 20 56 1023, 18 56 1023, 15 57 1023, 12 57 1023, 11 57 0</inkml:trace>
  <inkml:annotation type="path"> 2425 165 1, 2380 176 1, 2226 214 1, 2065 270 1, 1892 338 1, 1720 401 1, 1562 450 1, 1401 506 1, 1236 570 1, 1060 630 1, 902 683 1, 737 735 1, 565 784 1, 520 791 1, 340 825 1, 306 836 1, 272 840 1, 223 851 1, 186 855 1, 160 859 1</inkml:annotation>
  <inkml:annotation type="data">AE4cA4CABAAAAAAAHQSqA7ABAwxE////B1BmRYgCSBQFATgRSPn7QQomFIL+AKP4Av+WbAHyfP80
rIL6vpmS2CtlsoCCfw3F/DcYAAfw3GA=
</inkml:annotation>
  <inkml:annotation type="types">AAEBAQEBAQEBAQEBAQEBAQEBAQE=
</inkml:annotation>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12 12 1023, 12 10 1023, 12 12 1023, 13 17 1023,</inkml:trace>
  <inkml:annotation type="path"> 164 235 1, 175 182 1, 175 145 1, 186 175 1, 197 253 1</inkml:annotation>
  <inkml:annotation type="data">ADocA4CABAAAAAAAHQJIVgMMRP///wdQZkWIAkgUBQE4EfYaDUIKFAWC+r6agIL8Cfg3PHCCfw3F
/DcY
</inkml:annotation>
  <inkml:annotation type="types">AAEBAQE=
</inkml:annotation>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11 15 1023, 12 12 1023, 12 10 1023, 13 13 1023, 12 18 1023,</inkml:trace>
  <inkml:annotation type="path"> 161 265 1, 169 220 1, 180 183 1, 184 145 1, 187 201 1, 184 269 1</inkml:annotation>
  <inkml:annotation type="data">ADscA4CABAAAAAAAHQJGWAMMRP///wdQZkWIAkgUBQE4EfYaDUIKFQaC+r65ZoCC/BH4PT1ggn8N
xfw3GA==
</inkml:annotation>
  <inkml:annotation type="types">AAEBAQEB
</inkml:annotation>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11 28 1023, 13 16 1023, 15 10 1023, 17 12 1023, 18 14 1023, 20 17 1023, 21 20 1023, 22 24 1023,</inkml:trace>
  <inkml:annotation type="path"> 158 480 1, 165 412 1, 188 236 1, 221 146 1, 248 172 1, 270 202 1, 296 247 1, 311 296 1, 323 356 1</inkml:annotation>
  <inkml:annotation type="data">AD8cA4CABAAAAAAAHQJefAMMRP///wdQZkWIAkgUBQE4EfYaDUIKGQmC+r68LKCC/En4t+X4PkRA
gn8Nxfw3GAA=
</inkml:annotation>
  <inkml:annotation type="types">AAEBAQEBAQEB
</inkml:annotation>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13 19 1023, 14 15 1023, 15 12 1023, 16 10 1023, 17 12 1023, 17 16 1023,</inkml:trace>
  <inkml:annotation type="path"> 168 359 1, 195 284 1, 210 221 1, 228 172 1, 236 142 1, 247 172 1, 247 243 1</inkml:annotation>
  <inkml:annotation type="data">ADwcA4CABAAAAAAAHQJQaAMMRP///wdQZkWIAkgUBQE4EfYaDUIKFgeC+r56KIL8Kfh+SeMAgn8N
xfw3GAA=
</inkml:annotation>
  <inkml:annotation type="types">AAEBAQEBAQ==
</inkml:annotation>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14 13 1023, 14 10 1023, 11 14 1023,</inkml:trace>
  <inkml:annotation type="path"> 214 221 1, 214 191 1, 210 157 1, 161 206 1</inkml:annotation>
  <inkml:annotation type="data">ADscA4CABAAAAAAAHQJMTgMMRP///wdQZkWIAkgUBQE4EfYaDUIKFQSC/AH4BdCC/AX4HvxAgn8N
xfw3GA==
</inkml:annotation>
  <inkml:annotation type="types">AAEBAQ==
</inkml:annotation>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12 15 1023, 13 12 1023, 13 10 1023, 14 15 1023,</inkml:trace>
  <inkml:annotation type="path"> 162 295 1, 173 232 1, 188 183 1, 195 145 1, 203 224 1</inkml:annotation>
  <inkml:annotation type="data">ADocA4CABAAAAAAAHQJKXgMMRP///wdQZkWIAkgUBQE4EfYaDUIKFAWC+r6VgIL8GfhfJ8SCfw3F
/DcY
</inkml:annotation>
  <inkml:annotation type="types">AAEBAQE=
</inkml:annotation>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12 15 1023, 13 12 1023, 14 9 1023, 14 13 1023, 13 17 1023,</inkml:trace>
  <inkml:annotation type="path"> 166 260 1, 177 219 1, 192 182 1, 204 140 1, 204 193 1, 196 260 1</inkml:annotation>
  <inkml:annotation type="data">ADocA4CABAAAAAAAHQJKWAMMRP///wdQZkWIAkgUBQE4EfYaDUIKFAaC+r6S0IL8DfguviCCfw3F
/DcY
</inkml:annotation>
  <inkml:annotation type="types">AAEBAQEB
</inkml:annotation>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13 16 1023, 18 10 1023, 19 14 1023, 20 19 1023,</inkml:trace>
  <inkml:annotation type="path"> 170 293 1, 192 237 1, 267 147 1, 286 210 1, 297 289 1</inkml:annotation>
  <inkml:annotation type="data">ADscA4CABAAAAAAAHQJYXAMMRP///wdQZkWIAkgUBQE4EfYaDUIKFQWC+r5+eQCC/Bn4V36Ign8N
xfw3GA==
</inkml:annotation>
  <inkml:annotation type="types">AAEBAQE=
</inkml:annotation>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12 23 1023, 13 19 1023, 16 10 1023, 17 14 1023, 18 18 1023, 18 29 1023,</inkml:trace>
  <inkml:annotation type="path"> 163 419 1, 178 348 1, 197 288 1, 246 145 1, 261 205 1, 265 265 1, 276 438 1</inkml:annotation>
  <inkml:annotation type="data">AD4cA4CABAAAAAAAHQJWdgMMRP///wdQZkWIAkgUBQE4EfYaDUIKGAeC+r6WaoCC/Dn4nnv7nxCC
fw3F/DcYAA==
</inkml:annotation>
  <inkml:annotation type="types">AAEBAQEBAQ==
</inkml:annotation>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11 24 1023, 11 20 1023, 12 10 1023, 12 12 1023, 12 16 1023, 13 21 1023,</inkml:trace>
  <inkml:annotation type="path"> 157 438 1, 164 363 1, 164 303 1, 179 149 1, 183 179 1, 183 235 1, 191 314 1</inkml:annotation>
  <inkml:annotation type="data">AD4cA4CABAAAAAAAHQJIdAMMRP///wdQZkWIAkgUBQE4EfYaDUIKGAeC+j57KgCC/D34pnw/ZkCC
fw3F/DcYAA==
</inkml:annotation>
  <inkml:annotation type="types">AAEBAQEBAQ==
</inkml:annotation>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12 20 1023, 12 10 1023, 11 13 1023, 11 19 1023,</inkml:trace>
  <inkml:annotation type="path"> 171 387 1, 178 301 1, 182 143 1, 171 192 1, 159 278 1</inkml:annotation>
  <inkml:annotation type="data">ADscA4CABAAAAAAAHQJGbgMMRP///wdQZkWIAkgUBQE4EfYaDUIKFQWC+r6bYIL8MfiXz93Agn8N
xfw3GA==
</inkml:annotation>
  <inkml:annotation type="types">AAEBAQE=
</inkml:annotation>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12 20 1023, 13 16 1023, 14 14 1023, 15 11 1023, 15 13 1023, 16 23 1023,</inkml:trace>
  <inkml:annotation type="path"> 163 352 1, 174 295 1, 197 247 1, 208 209 1, 230 160 1, 230 198 1, 238 352 1</inkml:annotation>
  <inkml:annotation type="data">AD0cA4CABAAAAAAAHQJQZAMMRP///wdQZkWIAkgUBQE4EfYaDUIKFweC+r6RYIL8Jfhm5fXyAIJ/
DcX8NxgA
</inkml:annotation>
  <inkml:annotation type="types">AAEBAQEBAQ==
</inkml:annotation>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10 18 1023, 11 62 1023,</inkml:trace>
  <inkml:annotation type="path"> 151 151 1, 152 263 1, 162 931 1</inkml:annotation>
  <inkml:annotation type="data">ADgcA4CABAAAAAAAHQNEzAEDDET///8HUGZFiAJIFAUBOBH2Gg1CChEDgvo+mIL6N/Fggn8Nxfw3
GA==
</inkml:annotation>
  <inkml:annotation type="types">AAEB
</inkml:annotation>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11 12 1023, 11 10 1023,</inkml:trace>
  <inkml:annotation type="path"> 156 212 1, 159 184 1, 161 156 1</inkml:annotation>
  <inkml:annotation type="data">ADccA4CABAAAAAAAHQJETAMMRP///wdQZkWIAkgUBQE4EfYaDUIKEQOC+j56gvwB+BSCfw3F/DcY
</inkml:annotation>
  <inkml:annotation type="types">AAEB
</inkml:annotation>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16 16 1023, 14 20 1023, 12 25 1023,</inkml:trace>
  <inkml:annotation type="path"> 282 170 1, 237 238 1, 207 305 1, 185 377 1</inkml:annotation>
  <inkml:annotation type="data">ADkcA4CABAAAAAAAHQJUZgMMRP///wdQZkWIAkgUBQE4EfYaDUIKEwSC/BX4RgCC+r4bAIJ/DcX8
Nxg=
</inkml:annotation>
  <inkml:annotation type="types">AAEBAQ==
</inkml:annotation>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10 15 1023, 11 10 1023, 12 13 1023,</inkml:trace>
  <inkml:annotation type="path"> 149 260 1, 149 223 1, 168 148 1, 176 196 1</inkml:annotation>
  <inkml:annotation type="data">ADkcA4CABAAAAAAAHQJGVgMMRP///wdQZkWIAkgUBQE4EfYaDUIKEwSC+j6YgvwN+C+/IIJ/DcX8
Nxg=
</inkml:annotation>
  <inkml:annotation type="types">AAEBAQ==
</inkml:annotation>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10 13 1023, 10 11 1023, 11 15 1023,</inkml:trace>
  <inkml:annotation type="path"> 159 223 1, 151 189 1, 151 159 1, 159 219 1</inkml:annotation>
  <inkml:annotation type="data">ADocA4CABAAAAAAAHQJETAMMRP///wdQZkWIAkgUBQE4EfYaDUIKFASC+r7ZAIL8Bfgd8ACCfw3F
/DcY
</inkml:annotation>
  <inkml:annotation type="types">AAEBAQ==
</inkml:annotation>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10 12 1023, 11 10 1023, 12 13 1023,</inkml:trace>
  <inkml:annotation type="path"> 149 235 1, 149 187 1, 161 149 1, 179 198 1</inkml:annotation>
  <inkml:annotation type="data">ADkcA4CABAAAAAAAHQJGUAMMRP///wdQZkWIAkgUBQE4EfYaDUIKEwSC+j6YgvwJ+Dc9AIJ/DcX8
Nxg=
</inkml:annotation>
  <inkml:annotation type="types">AAEBAQ==
</inkml:annotation>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24 15 1023, 38 14 1023, 54 13 1023, 65 12 1023, 77 12 1023, 96 11 1023,</inkml:trace>
  <inkml:annotation type="path"> 149 220 1, 352 220 1, 562 212 1, 806 197 1, 971 186 1, 1147 175 1, 1439 163 1</inkml:annotation>
  <inkml:annotation type="data">AD4cA4CABAAAAAAAHQOmAkwDDET///8HUGZFiAJIFAUBOBH2Gg1CChcHgvo8M9z4gIL8BfgOkoCC
fw3F/DcYAA==
</inkml:annotation>
  <inkml:annotation type="types">AAEBAQEBAQ==
</inkml:annotation>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14 12 1023, 25 14 1023, 38 16 1023,</inkml:trace>
  <inkml:annotation type="path"> 164 164 1, 213 176 1, 382 209 1, 573 247 1</inkml:annotation>
  <inkml:annotation type="data">ADkcA4CABAAAAAAAHQOKAVADDET///8HUGZFiAJIFAUBOBH2Gg1CChIEgvq+X5MAgvq+mIJ/DcX8
Nxg=
</inkml:annotation>
  <inkml:annotation type="types">AAEBAQ==
</inkml:annotation>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14 14 1023, 18 14 1023, 30 13 1023, 43 12 1023, 56 11 1023,</inkml:trace>
  <inkml:annotation type="path"> 162 220 1, 203 213 1, 271 213 1, 451 202 1, 638 183 1, 844 164 1</inkml:annotation>
  <inkml:annotation type="data">ADscA4CABAAAAAAAHQO8AUwDDET///8HUGZFiAJIFAUBOBH2Gg1CChQGgvq+WfJAgvwF+BZQgn8N
xfw3GA==
</inkml:annotation>
  <inkml:annotation type="types">AAEBAQEB
</inkml:annotation>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20 10 1023, 35 10 1023, 48 10 1023, 62 10 1023,</inkml:trace>
  <inkml:annotation type="path"> 149 149 1, 299 149 1, 524 149 1, 712 149 1, 922 149 1</inkml:annotation>
  <inkml:annotation type="data">ADgcA4CABAAAAAAAHQPKAUIDDET///8HUGZFiAJIFAUBOBH2Gg1CChEFgvoetgCC+j6Qgn8Nxfw3
GA==
</inkml:annotation>
  <inkml:annotation type="types">AAEBAQE=
</inkml:annotation>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26 10 1023, 46 10 1023, 63 10 1023,</inkml:trace>
  <inkml:annotation type="path"> 149 149 1, 393 149 1, 689 149 1, 941 149 1</inkml:annotation>
  <inkml:annotation type="data">ADgcA4CABAAAAAAAHQPOAUIDDET///8HUGZFiAJIFAUBOBH2Gg1CChEEgvo+Dx2C+j6Qgn8Nxfw3
GA==
</inkml:annotation>
  <inkml:annotation type="types">AAEBAQ==
</inkml:annotation>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21 10 1023, 37 10 1023, 50 10 1023, 61 10 1023,</inkml:trace>
  <inkml:annotation type="path"> 149 149 1, 311 149 1, 551 149 1, 749 149 1, 918 149 1</inkml:annotation>
  <inkml:annotation type="data">ADgcA4CABAAAAAAAHQPKAUIDDET///8HUGZFiAJIFAUBOBH2Gg1CChEFgvonruiC+j6Qgn8Nxfw3
GA==
</inkml:annotation>
  <inkml:annotation type="types">AAEBAQE=
</inkml:annotation>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24 10 1023, 47 11 1023,</inkml:trace>
  <inkml:annotation type="path"> 149 149 1, 356 149 1, 697 157 1</inkml:annotation>
  <inkml:annotation type="data">ADgcA4CABAAAAAAAHQOiAUIDDET///8HUGZFiAJIFAUBOBH2Gg1CChEDgvo8fMCC+j6Ygn8Nxfw3
GA==
</inkml:annotation>
  <inkml:annotation type="types">AAEB
</inkml:annotation>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20 10 1023, 37 10 1023, 49 10 1023, 64 10 1023,</inkml:trace>
  <inkml:annotation type="path"> 149 149 1, 303 149 1, 547 149 1, 727 149 1, 952 149 1</inkml:annotation>
  <inkml:annotation type="data">ADkcA4CABAAAAAAAHQPQAUIDDET///8HUGZFiAJIFAUBOBH2Gg1CChIFgvofF74Agvo+kIJ/DcX8
Nxg=
</inkml:annotation>
  <inkml:annotation type="types">AAEBAQE=
</inkml:annotation>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22 10 1023, 46 10 1023,</inkml:trace>
  <inkml:annotation type="path"> 149 149 1, 326 149 1, 686 149 1</inkml:annotation>
  <inkml:annotation type="data">ADccA4CABAAAAAAAHQOgAUIDDET///8HUGZFiAJIFAUBOBH2Gg1CChADgvoz7IL6PpCCfw3F/DcY
</inkml:annotation>
  <inkml:annotation type="types">AAEB
</inkml:annotation>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24 12 1023, 40 12 1023, 53 11 1023, 69 10 1023,</inkml:trace>
  <inkml:annotation type="path"> 152 188 1, 359 181 1, 595 177 1, 794 170 1, 1034 155 1</inkml:annotation>
  <inkml:annotation type="data">ADkcA4CABAAAAAAAHQPeAUgDDET///8HUGZFiAJIFAUBOBH2Gg1CChIFgvo8Z3iC+78AyoJ/DcX8
Nxg=
</inkml:annotation>
  <inkml:annotation type="types">AAEBAQE=
</inkml:annotation>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28 10 1023, 41 10 1023, 53 11 1023,</inkml:trace>
  <inkml:annotation type="path"> 149 149 1, 416 149 1, 614 153 1, 794 157 1</inkml:annotation>
  <inkml:annotation type="data">ADgcA4CABAAAAAAAHQO0AUIDDET///8HUGZFiAJIFAUBOBH2Gg1CChEEgvo+T3SC+j6Ugn8Nxfw3
GA==
</inkml:annotation>
  <inkml:annotation type="types">AAEBAQ==
</inkml:annotation>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20 12 1023, 35 11 1023, 48 11 1023, 61 10 1023,</inkml:trace>
  <inkml:annotation type="path"> 155 190 1, 305 178 1, 527 167 1, 718 160 1, 920 152 1</inkml:annotation>
  <inkml:annotation type="data">ADgcA4CABAAAAAAAHQPKAUgDDET///8HUGZFiAJIFAUBOBH2Gg1CChEFgvoetIL7vwClgn8Nxfw3
GA==
</inkml:annotation>
  <inkml:annotation type="types">AAEBAQE=
</inkml:annotation>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11 18 1023, 12 41 1023,</inkml:trace>
  <inkml:annotation type="path"> 155 155 1, 162 267 1, 185 620 1</inkml:annotation>
  <inkml:annotation type="data">ADgcA4CABAAAAAAAHQNIlgEDDET///8HUGZFiAJIFAUBOBH2Gg1CChEDgvo+cIL6N/AQgn8Nxfw3
GA==
</inkml:annotation>
  <inkml:annotation type="types">AAEB
</inkml:annotation>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10 18 1023, 11 36 1023,</inkml:trace>
  <inkml:annotation type="path"> 151 151 1, 153 264 1, 159 534 1</inkml:annotation>
  <inkml:annotation type="data">ADccA4CABAAAAAAAHQNEhgEDDET///8HUGZFiAJIFAUBOBH2Gg1CChADgvo+mIL6N+iCfw3F/DcY
</inkml:annotation>
  <inkml:annotation type="types">AAEB
</inkml:annotation>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12 18 1023, 15 35 1023,</inkml:trace>
  <inkml:annotation type="path"> 162 162 1, 182 273 1, 229 529 1</inkml:annotation>
  <inkml:annotation type="data">ADgcA4CABAAAAAAAHQNOhAEDDET///8HUGZFiAJIFAUBOBH2Gg1CChEDgvq+nIL6vP0Agn8Nxfw3
GA==
</inkml:annotation>
  <inkml:annotation type="types">AAEB
</inkml:annotation>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12 13 1023, 14 11 1023,</inkml:trace>
  <inkml:annotation type="path"> 170 215 1, 186 193 1, 202 170 1</inkml:annotation>
  <inkml:annotation type="data">ADgcA4CABAAAAAAAHQJISgMMRP///wdQZkWIAkgUBQE4EfYaDUIKEgOC+r6YgvwB+A6Agn8Nxfw3
GA==
</inkml:annotation>
  <inkml:annotation type="types">AAEB
</inkml:annotation>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12 13 1023, 14 17 1023,</inkml:trace>
  <inkml:annotation type="path"> 165 165 1, 173 195 1, 206 259 1</inkml:annotation>
  <inkml:annotation type="data">ADYcA4CABAAAAAAAHQJKVAMMRP///wdQZkWIAkgUBQE4EfYaDUIKEAOC+r6Ygvq+fIJ/DcX8Nxg=
</inkml:annotation>
  <inkml:annotation type="types">AAEB
</inkml:annotation>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12 18 1023, 10 50 1023,</inkml:trace>
  <inkml:annotation type="path"> 192 154 1, 185 267 1, 154 751 1</inkml:annotation>
  <inkml:annotation type="data">ADkcA4CABAAAAAAAHQNKrAEDDET///8HUGZFiAJIFAUBOBH2Gg1CChIDgvu/ANCC+jfwoIJ/DcX8
Nxg=
</inkml:annotation>
  <inkml:annotation type="types">AAEB
</inkml:annotation>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14 18 1023, 10 51 1023,</inkml:trace>
  <inkml:annotation type="path"> 213 156 1, 202 268 1, 156 771 1</inkml:annotation>
  <inkml:annotation type="data">ADocA4CABAAAAAAAHQNMsAEDDET///8HUGZFiAJIFAUBOBH2Gg1CChMDgvwB+AfIgvo38LCCfw3F
/DcY
</inkml:annotation>
  <inkml:annotation type="types">AAEB
</inkml:annotation>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12 18 1023, 10 40 1023,</inkml:trace>
  <inkml:annotation type="path"> 189 155 1, 181 267 1, 155 602 1</inkml:annotation>
  <inkml:annotation type="data">ADkcA4CABAAAAAAAHQNIkgEDDET///8HUGZFiAJIFAUBOBH2Gg1CChIDgvu/ANCC+jfwAIJ/DcX8
Nxg=
</inkml:annotation>
  <inkml:annotation type="types">AAEB
</inkml:annotation>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15 18 1023, 11 39 1023,</inkml:trace>
  <inkml:annotation type="path"> 241 162 1, 220 273 1, 162 586 1</inkml:annotation>
  <inkml:annotation type="data">ADocA4CABAAAAAAAHQNQjgEDDET///8HUGZFiAJIFAUBOBH2Gg1CChMDgvwJ+B+ggvq8/gCCfw3F
/DcY
</inkml:annotation>
  <inkml:annotation type="types">AAEB
</inkml:annotation>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14 35 1023, 12 46 1023, 10 56 1023,</inkml:trace>
  <inkml:annotation type="path"> 264 161 1, 204 528 1, 174 682 1, 155 832 1</inkml:annotation>
  <inkml:annotation type="data">ADscA4CABAAAAAAAHQNWugEDDET///8HUGZFiAJIFAUBOBH2Gg1CChQEgvwR+EcAgvq+776Agn8N
xfw3GA==
</inkml:annotation>
  <inkml:annotation type="types">AAEBAQ==
</inkml:annotation>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14 18 1023, 11 37 1023,</inkml:trace>
  <inkml:annotation type="path"> 220 160 1, 203 271 1, 160 554 1</inkml:annotation>
  <inkml:annotation type="data">ADocA4CABAAAAAAAHQNMiAEDDET///8HUGZFiAJIFAUBOBH2Gg1CChMDgvwF+BdAgvq8/YCCfw3F
/DcY
</inkml:annotation>
  <inkml:annotation type="types">AAEB
</inkml:annotation>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14 18 1023, 11 37 1023,</inkml:trace>
  <inkml:annotation type="path"> 220 160 1, 203 271 1, 160 561 1</inkml:annotation>
  <inkml:annotation type="data">ADocA4CABAAAAAAAHQNMiAEDDET///8HUGZFiAJIFAUBOBH2Gg1CChMDgvwF+BdAgvq8/YCCfw3F
/DcY
</inkml:annotation>
  <inkml:annotation type="types">AAEB
</inkml:annotation>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22 25 1023, 36 25 1023, 49 25 1023, 60 25 1023, 72 25 1023, 82 24 1023, 93 24 1023, 108 24 1023, 121 23 1023, 133 23 1023, 145 22 1023, 158 22 1023, 170 22 1023, 181 21 1023, 191 21 1023, 202 21 1023, 205 20 1023, 215 17 1023, 217 14 1023, 220 11 0</inkml:trace>
  <inkml:annotation type="path"> 149 372 1, 329 372 1, 543 368 1, 734 368 1, 899 368 1, 1076 368 1, 1233 365 1, 1398 365 1, 1616 357 1, 1818 346 1, 1994 338 1, 2171 335 1, 2366 327 1, 2546 327 1, 2718 320 1, 2868 312 1, 3022 308 1, 3074 301 1, 3221 256 1, 3254 215 1, 3299 166 1</inkml:annotation>
  <inkml:annotation type="data">AEwcA4CABAAAAAAAHQOOA1gDDET///8HUGZFiAJIFAUBOBHpqKZBCiUVgvozLs2eNqW2fL8XywCC
/C34XCxZYsXQgn8Nxfw3GAAD+G4w
</inkml:annotation>
  <inkml:annotation type="types">AAEBAQEBAQEBAQEBAQEBAQEBAQEB
</inkml:annotation>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26 15 1023, 40 15 1023, 53 15 1023, 66 15 1023, 78 15 1023, 89 14 1023, 100 14 1023, 111 14 1023, 123 14 1023, 135 14 1023, 146 13 1023, 157 11 1023, 160 11 0</inkml:trace>
  <inkml:annotation type="path"> 149 223 1, 382 223 1, 599 223 1, 791 219 1, 982 219 1, 1169 219 1, 1334 212 1, 1499 212 1, 1661 212 1, 1848 204 1, 2021 204 1, 2189 193 1, 2347 167 1, 2403 159 1</inkml:annotation>
  <inkml:annotation type="data">AEMcA4CABAAAAAAAHQOwAkgDDET///8HUGZFiAJIFAUBOBHpqKZBChwOgvo+DatIr5SC/AX4DCwW
4IJ/DcX8NxgB/DcY
</inkml:annotation>
  <inkml:annotation type="types">AAEBAQEBAQEBAQEBAQE=
</inkml:annotation>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26 11 1023, 38 11 1023, 48 12 1023, 60 12 1023, 71 13 1023, 82 14 1023, 93 14 1023, 104 14 1023, 115 14 1023, 118 14 0</inkml:trace>
  <inkml:annotation type="path"> 152 152 1, 385 160 1, 572 171 1, 726 175 1, 895 186 1, 1071 197 1, 1232 208 1, 1397 208 1, 1562 208 1, 1720 208 1, 1776 208 1</inkml:annotation>
  <inkml:annotation type="data">AEEcA4CABAAAAAAAHQPsAUYDDET///8HUGZFiAJIFAUBOBHpqKZBChoLgvo+DzuUPlCC+j57LFCC
fw3F/DcYD+G4wA==
</inkml:annotation>
  <inkml:annotation type="types">AAEBAQEBAQEBAQE=
</inkml:annotation>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138 10 1023, 127 10 1023, 114 10 1023, 103 11 1023, 92 12 1023, 82 13 1023, 71 13 1023, 68 14 1023, 66 14 1023, 64 14 1023, 52 15 1023, 42 16 1023, 32 17 1023, 29 18 1023, 19 19 1023, 11 21 1023,</inkml:trace>
  <inkml:annotation type="path"> 2104 149 1, 2066 149 1, 1909 149 1, 1714 153 1, 1549 161 1, 1380 176 1, 1230 187 1, 1058 198 1, 1024 206 1, 986 206 1, 953 209 1, 784 228 1, 634 243 1, 476 254 1, 435 262 1, 285 284 1, 161 318 1</inkml:annotation>
  <inkml:annotation type="data">AEgcA4CABAAAAAAAHQPgAU4DDET///8HUGZFiAJIFAUBOBFLD4FBCiERgv35/AAPz7iX5I+nHxfH
gIL6PpIWVAiCfw3F/DcYAAA=
</inkml:annotation>
  <inkml:annotation type="types">AAEBAQEBAQEBAQEBAQEBAQE=
</inkml:annotation>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173 14 1023, 159 14 1023, 146 14 1023, 133 14 1023, 130 13 1023, 126 13 1023, 115 13 1023, 104 12 1023, 94 11 1023, 84 10 1023, 73 10 1023, 62 10 1023, 51 10 1023, 40 10 1023, 28 10 1023, 17 11 1023, 11 12 1023, 9 13 1023, 6 14 1023,</inkml:trace>
  <inkml:annotation type="path"> 2644 206 1, 2596 206 1, 2382 206 1, 2194 206 1, 1999 206 1, 1943 198 1, 1891 198 1, 1718 187 1, 1561 176 1, 1411 164 1, 1261 153 1, 1092 149 1, 934 149 1, 762 149 1, 597 149 1, 421 149 1, 248 161 1, 169 176 1, 139 187 1, 94 209 1</inkml:annotation>
  <inkml:annotation type="data">AEocA4CABAAAAAAAHQOSAkYDDET///8HUGZFiAJIFAUBOBFLD4FBCiMUgv4BE/gEv64+i/Giiz14
oIL8AfgEWKQIAIJ/DcX8NxgAAA==
</inkml:annotation>
  <inkml:annotation type="types">AAEBAQEBAQEBAQEBAQEBAQEBAQE=
</inkml:annotation>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159 10 1023, 145 10 1023, 135 10 1023, 122 10 1023, 110 10 1023, 96 10 1023, 82 10 1023, 68 11 1023, 60 12 1023, 47 13 1023, 35 15 1023, 24 16 1023, 14 17 1023, 11 17 1023, 11 18 0</inkml:trace>
  <inkml:annotation type="path"> 2474 149 1, 2384 149 1, 2182 149 1, 2020 149 1, 1829 149 1, 1645 149 1, 1447 149 1, 1229 149 1, 1023 157 1, 903 172 1, 704 198 1, 524 217 1, 359 239 1, 205 258 1, 172 258 1, 164 266 1</inkml:annotation>
  <inkml:annotation type="data">AEocA4CABAAAAAAAHQP+AUoDDET///8HUGZFiAJIFAUBOBFLD4FBCiMQgv4Au/gDv5fHZp8HuSfF
wIL6PpAhKsCCfw3F/DcYAH8Nxg==
</inkml:annotation>
  <inkml:annotation type="types">AAEBAQEBAQEBAQEBAQEBAQ==
</inkml:annotation>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154 10 1023, 140 10 1023, 124 10 1023, 111 10 1023, 91 10 1023, 78 10 1023, 65 10 1023, 53 11 1023, 41 11 1023, 28 13 1023, 24 13 1023, 17 14 1023, 11 14 1023, 10 14 0</inkml:trace>
  <inkml:annotation type="path"> 2362 153 1, 2302 149 1, 2096 149 1, 1856 149 1, 1657 149 1, 1361 149 1, 1162 149 1, 967 149 1, 787 157 1, 618 168 1, 419 187 1, 359 187 1, 251 202 1, 164 206 1, 149 206 1</inkml:annotation>
  <inkml:annotation type="data">AEocA4CABAAAAAAAHQP2AUYDDET///8HUGZFiAJIFAUBOBFLD4FBCiMPgv4Ag/gCn6d58fxIvzdn
oIL6PpAlzZSCfw3F/DcYAP4bjA==
</inkml:annotation>
  <inkml:annotation type="types">AAEBAQEBAQEBAQEBAQEB
</inkml:annotation>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162 12 1023, 151 11 1023, 136 10 1023, 122 10 1023, 108 10 1023, 95 10 1023, 82 10 1023, 69 10 1023, 57 10 1023, 46 11 1023, 31 12 1023, 19 13 1023, 9 15 1023, 13 16 1023, 18 17 1023, 28 17 1023, 42 18 1023, 54 18 1023,</inkml:trace>
  <inkml:annotation type="path"> 2464 176 1, 2423 176 1, 2258 164 1, 2033 149 1, 1823 149 1, 1620 149 1, 1421 149 1, 1226 149 1, 1031 149 1, 855 149 1, 686 157 1, 465 183 1, 289 198 1, 128 217 1, 199 239 1, 263 247 1, 416 258 1, 630 266 1, 814 266 1</inkml:annotation>
  <inkml:annotation type="data">AEocA4CABAAAAAAAHQOAAkoDDET///8HUGZFiAJIFAUBOBFLD4FBCiMTgv4As/gDH5/MQk88z8AT
142C+z7agISrKIJ/DcX8NxgAAA==
</inkml:annotation>
  <inkml:annotation type="types">AAEBAQEBAQEBAQEBAQEBAQEBAQ==
</inkml:annotation>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144 12 1023, 140 12 1023, 126 11 1023, 114 10 1023, 101 10 1023, 88 10 1023, 75 10 1023, 62 10 1023, 50 10 1023, 37 10 1023, 27 11 1023, 13 11 1023, 2 12 1023, 0 12 1023, 1 12 1023, 12 12 1023, 22 12 1023, 41 12 1023,</inkml:trace>
  <inkml:annotation type="path"> 2200 179 1, 2158 176 1, 2095 176 1, 1892 164 1, 1705 153 1, 1513 149 1, 1322 149 1, 1123 149 1, 925 149 1, 745 149 1, 561 149 1, 403 157 1, 201 168 1, 32 183 1, 0 183 1, 21 183 1, 178 183 1, 336 183 1, 610 183 1</inkml:annotation>
  <inkml:annotation type="data">AEocA4CABAAAAAAAHQP0AUQDDET///8HUGZFiAJIFAUBOBFLD4FBCiMTgv4AK/gBG/TlEvPPPm59
F+aC+z7VQEsoAIJ/DcX8NxgAAA==
</inkml:annotation>
  <inkml:annotation type="types">AAEBAQEBAQEBAQEBAQEBAQEBAQ==
</inkml:annotation>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195 12 1023, 180 11 1023, 164 10 1023, 149 10 1023, 135 10 1023, 120 10 1023, 106 10 1023, 92 11 1023, 77 12 1023, 62 12 1023, 57 13 1023, 45 14 1023, 35 15 1023, 23 17 1023, 12 18 1023, 10 18 0</inkml:trace>
  <inkml:annotation type="path"> 2981 176 1, 2917 172 1, 2699 161 1, 2452 149 1, 2238 149 1, 2021 149 1, 1803 149 1, 1593 149 1, 1383 157 1, 1151 176 1, 933 183 1, 847 194 1, 678 209 1, 521 228 1, 341 251 1, 176 269 1, 149 269 1</inkml:annotation>
  <inkml:annotation type="data">AEscA4CABAAAAAAAHQOoAkoDDET///8HUGZFiAJIFAUBOBFLD4FBCiQRgv4By/gHv67JYr6PjzZ8
wIL7PtqCLCWggn8Nxfw3GAA/huM=
</inkml:annotation>
  <inkml:annotation type="types">AAEBAQEBAQEBAQEBAQEBAQE=
</inkml:annotation>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142 18 1023, 125 17 1023, 110 15 1023, 97 14 1023, 85 14 1023, 73 13 1023, 57 12 1023, 44 10 1023, 39 10 1023, 27 10 1023, 21 11 1023, 16 12 1023, 14 12 1023, 11 13 1023, 13 14 1023, 15 13 1023, 18 13 1023, 23 13 1023, 36 14 1023, 43 15 0</inkml:trace>
  <inkml:annotation type="path"> 2209 281 1, 2126 273 1, 1879 255 1, 1650 228 1, 1451 213 1, 1279 202 1, 1095 191 1, 859 176 1, 656 153 1, 589 153 1, 409 150 1, 308 157 1, 240 172 1, 206 176 1, 158 187 1, 195 210 1, 218 187 1, 266 187 1, 349 198 1, 536 213 1, 649 225 1</inkml:annotation>
  <inkml:annotation type="data">AFQcA4CABAAAAAAAHQPoAUwDDET///8HUGZFiAJIFAUBOBFLD4FBCi0Vgv4AK/gBX7cyPPPk+P4J
y+kz5PhAgvwV+DVkq4ixsQCCfw3F/DcYAAP4bjA=
</inkml:annotation>
  <inkml:annotation type="types">AAEBAQEBAQEBAQEBAQEBAQEBAQEB
</inkml:annotation>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143 10 1023, 133 10 1023, 118 10 1023, 106 10 1023, 94 10 1023, 76 11 1023, 60 12 1023, 49 13 1023, 34 13 1023, 24 14 1023, 18 14 1023, 15 14 1023, 11 15 1023, 12 17 1023, 15 17 1023, 19 16 1023, 30 15 1023, 35 14 0</inkml:trace>
  <inkml:annotation type="path"> 2192 149 1, 2151 149 1, 1997 149 1, 1776 149 1, 1589 149 1, 1409 149 1, 1139 161 1, 899 179 1, 730 191 1, 516 198 1, 355 202 1, 265 213 1, 220 213 1, 171 221 1, 182 251 1, 224 251 1, 291 236 1, 445 217 1, 531 202 1</inkml:annotation>
  <inkml:annotation type="data">AFAcA4CABAAAAAAAHQPoAUoDDET///8HUGZFiAJIFAUBOBFLD4FBCikTgv4AI/gA/4/fHw568+vH
L6yfF8KC+j6QhZUm0IJ/DcX8NxgAD+G4wA==
</inkml:annotation>
  <inkml:annotation type="types">AAEBAQEBAQEBAQEBAQEBAQEBAQ==
</inkml:annotation>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114 14 1023, 103 13 1023, 91 12 1023, 77 11 1023, 67 11 1023, 52 11 1023, 38 11 1023, 27 10 1023, 22 11 1023, 19 12 1023, 17 12 1023, 14 12 1023, 13 14 1023, 10 15 1023, 15 17 1023, 17 17 1023, 24 16 1023, 39 15 1023, 51 14 1023, 62 14 1023,</inkml:trace>
  <inkml:annotation type="path"> 1761 206 1, 1712 202 1, 1547 191 1, 1367 176 1, 1150 165 1, 1000 161 1, 779 161 1, 576 157 1, 407 150 1, 325 157 1, 287 176 1, 250 172 1, 209 180 1, 194 206 1, 156 229 1, 220 259 1, 254 259 1, 359 244 1, 580 229 1, 767 214 1, 936 202 1</inkml:annotation>
  <inkml:annotation type="data">AE8cA4CABAAAAAAAHQPEAUoDDET///8HUGZFiAJIFAUBOBFLD4FBCigVgv2d+1flu+Pc58GS5vyd
9fJ2gIL8AfgGkLiss2kAgn8Nxfw3GAAA
</inkml:annotation>
  <inkml:annotation type="types">AAEBAQEBAQEBAQEBAQEBAQEBAQEB
</inkml:annotation>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133 11 1023, 119 11 1023, 106 10 1023, 96 10 1023, 81 10 1023, 66 10 1023, 52 10 1023, 40 11 1023, 36 11 1023, 25 12 1023, 21 14 1023, 10 17 1023, 13 18 1023, 17 19 1023, 19 20 0</inkml:trace>
  <inkml:annotation type="path"> 2057 164 1, 1993 164 1, 1787 161 1, 1588 153 1, 1435 149 1, 1221 149 1, 996 149 1, 778 149 1, 602 157 1, 546 164 1, 377 183 1, 317 202 1, 156 251 1, 197 266 1, 253 281 1, 287 292 1</inkml:annotation>
  <inkml:annotation type="data">AEwcA4CABAAAAAAAHQPcAUwDDET///8HUGZFiAJIFAUBOBFLD4FBCiUQgv3t+//pnPaZ8nx/F8f4
AmiC+r61glkmgIJ/DcX8NxgAfw3G
</inkml:annotation>
  <inkml:annotation type="types">AAEBAQEBAQEBAQEBAQEBAQ==
</inkml:annotation>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129 16 1023, 115 14 1023, 103 13 1023, 91 12 1023, 78 11 1023, 68 10 1023, 44 10 1023, 11 15 1023,</inkml:trace>
  <inkml:annotation type="path"> 2039 247 1, 1941 240 1, 1727 210 1, 1544 191 1, 1360 176 1, 1172 165 1, 1019 153 1, 666 150 1, 171 217 1</inkml:annotation>
  <inkml:annotation type="data">AEQcA4CABAAAAAAAHQPaAUoDDET///8HUGZFiAJIFAUBOBFLD4FBCh0Jgv3p/AAfx4vPwD84gvwN
+CbBPQCCfw3F/DcYAA==
</inkml:annotation>
  <inkml:annotation type="types">AAEBAQEBAQEB
</inkml:annotation>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125 11 1023, 114 11 1023, 96 11 1023, 86 10 1023, 69 10 1023, 52 10 1023, 41 10 1023, 12 15 1023,</inkml:trace>
  <inkml:annotation type="path"> 1930 161 1, 1874 157 1, 1713 157 1, 1447 157 1, 1293 149 1, 1030 149 1, 783 149 1, 614 149 1, 175 224 1</inkml:annotation>
  <inkml:annotation type="data">AEMcA4CABAAAAAAAHQPQAUgDDET///8HUGZFiAJIFAUBOBFLD4FBChwJgv3N+7/j+P5PjfB+CYL6
vrLD0IJ/DcX8NxgA
</inkml:annotation>
  <inkml:annotation type="types">AAEBAQEBAQEB
</inkml:annotation>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82 19 1023, 64 19 1023, 46 19 1023, 12 12 1023,</inkml:trace>
  <inkml:annotation type="path"> 1290 288 1, 1230 288 1, 953 288 1, 683 284 1, 180 183 1</inkml:annotation>
  <inkml:annotation type="data">AD8cA4CABAAAAAAAHQOcAUoDDET///8HUGZFiAJIFAUBOBFLD4FBChgFgv0h+mfwC/AogvwV+Cz4
wIJ/DcX8Nxg=
</inkml:annotation>
  <inkml:annotation type="types">AAEBAQE=
</inkml:annotation>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81 20 1023, 63 19 1023, 47 17 1023, 12 12 1023,</inkml:trace>
  <inkml:annotation type="path"> 1247 306 1, 1217 306 1, 943 280 1, 699 257 1, 174 175 1</inkml:annotation>
  <inkml:annotation type="data">AD8cA4CABAAAAAAAHQOYAUwDDET///8HUGZFiAJIFAUBOBFLD4FBChgFgv0V+j/wLn4LgvwZ+Dbe
gIJ/DcX8Nxg=
</inkml:annotation>
  <inkml:annotation type="types">AAEBAQE=
</inkml:annotation>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79 23 1023, 60 20 1023, 19 13 1023,</inkml:trace>
  <inkml:annotation type="path"> 1318 367 1, 1179 348 1, 894 307 1, 283 198 1</inkml:annotation>
  <inkml:annotation type="data">AD4cA4CABAAAAAAAHQOWAU4DDET///8HUGZFiAJIFAUBOBFLD4FBChcEgv0p+p/p/CKC/Cn4X3yA
gn8Nxfw3GA==
</inkml:annotation>
  <inkml:annotation type="types">AAEBAQ==
</inkml:annotation>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142 12 1023, 125 11 1023, 106 10 1023, 68 11 1023,</inkml:trace>
  <inkml:annotation type="path"> 2180 172 1, 2135 172 1, 1880 157 1, 1591 150 1, 1025 168 1</inkml:annotation>
  <inkml:annotation type="data">AD8cA4CABAAAAAAAHQPSAUQDDET///8HUGZFiAJIFAUBOBFLD4FBChgFgv4AG/gA38A7+CyC+z7a
wIJ/DcX8Nxg=
</inkml:annotation>
  <inkml:annotation type="types">AAEBAQE=
</inkml:annotation>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14 18 1023, 22 41 1023,</inkml:trace>
  <inkml:annotation type="path"> 168 168 1, 206 275 1, 326 618 1</inkml:annotation>
  <inkml:annotation type="data">ADkcA4CABAAAAAAAHQNekgEDDET///8HUGZFiAJIFAUBOBH2Gg1CChIDgvq+X0CC+rz+BIJ/DcX8
Nxg=
</inkml:annotation>
  <inkml:annotation type="types">AAEB
</inkml:annotation>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19 39 1023, 20 45 1023,</inkml:trace>
  <inkml:annotation type="path"> 167 167 1, 291 583 1, 306 673 1</inkml:annotation>
  <inkml:annotation type="data">ADocA4CABAAAAAAAHQNcnAEDDET///8HUGZFiAJIFAUBOBH2Gg1CChMDgvq78YCC+r8DfhGCfw3F
/DcY
</inkml:annotation>
  <inkml:annotation type="types">AAEB
</inkml:annotation>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11 18 1023, 12 32 1023,</inkml:trace>
  <inkml:annotation type="path"> 154 154 1, 160 266 1, 173 484 1</inkml:annotation>
  <inkml:annotation type="data">ADYcA4CABAAAAAAAHQJGfgMMRP///wdQZkWIAkgUBQE4EfYaDUIKEAOC+j5wgvo34IJ/DcX8Nxg=
</inkml:annotation>
  <inkml:annotation type="types">AAEB
</inkml:annotation>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12 18 1023, 15 42 1023,</inkml:trace>
  <inkml:annotation type="path"> 159 159 1, 173 270 1, 219 631 1</inkml:annotation>
  <inkml:annotation type="data">ADgcA4CABAAAAAAAHQNMlgEDDET///8HUGZFiAJIFAUBOBH2Gg1CChEDgvq+nIL6vP4Ggn8Nxfw3
GA==
</inkml:annotation>
  <inkml:annotation type="types">AAEB
</inkml:annotation>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10 18 1023, 11 38 1023,</inkml:trace>
  <inkml:annotation type="path"> 152 152 1, 155 264 1, 163 568 1</inkml:annotation>
  <inkml:annotation type="data">ADccA4CABAAAAAAAHQNEjAEDDET///8HUGZFiAJIFAUBOBH2Gg1CChADgvo+mIL6N+yCfw3F/DcY
</inkml:annotation>
  <inkml:annotation type="types">AAEB
</inkml:annotation>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13 38 1023, 18 26 1023, 20 21 1023, 24 9 1023,</inkml:trace>
  <inkml:annotation type="path"> 169 636 1, 196 568 1, 263 384 1, 293 321 1, 361 133 1</inkml:annotation>
  <inkml:annotation type="data">AD4cA4CABAAAAAAAHQNknAEDDET///8HUGZFiAJIFAUBOBH2Gg1CChcFgvq+fncAgvxx+Qfl+L4w
gn8Nxfw3GA==
</inkml:annotation>
  <inkml:annotation type="types">AAEBAQE=
</inkml:annotation>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21 16 1023, 20 20 1023, 19 25 1023, 15 36 1023,</inkml:trace>
  <inkml:annotation type="path"> 333 166 1, 314 234 1, 303 305 1, 280 380 1, 231 541 1</inkml:annotation>
  <inkml:annotation type="data">ADscA4CABAAAAAAAHQNchgEDDET///8HUGZFiAJIFAUBOBH2Gg1CChQFgvwh+Ezogvq+Gz4Agn8N
xfw3GA==
</inkml:annotation>
  <inkml:annotation type="types">AAEBAQE=
</inkml:annotation>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11 44 1023, 12 31 1023, 13 27 1023, 14 17 1023, 15 15 1023, 15 13 1023, 16 10 1023, 18 12 1023, 19 15 1023, 21 21 1023, 22 25 1023, 23 33 1023, 24 37 1023, 26 52 1023,</inkml:trace>
  <inkml:annotation type="path"> 158 730 1, 165 663 1, 176 464 1, 188 408 1, 210 258 1, 218 228 1, 221 198 1, 233 153 1, 274 187 1, 289 224 1, 315 318 1, 323 374 1, 349 490 1, 356 550 1, 386 779 1</inkml:annotation>
  <inkml:annotation type="data">AEkcA4CABAAAAAAAHQNqsgEDDET///8HUGZFiAJIFAUBOBH2Gg1CCiIPgvq+uCyWUgCC/I35R+X5
vh+RfU5vjz9Qgn8Nxfw3GAAA
</inkml:annotation>
  <inkml:annotation type="types">AAEBAQEBAQEBAQEBAQEB
</inkml:annotation>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10 20 1023, 10 7 1023,</inkml:trace>
  <inkml:annotation type="path"> 152 404 1, 152 307 1, 155 104 1</inkml:annotation>
  <inkml:annotation type="data">ADgcA4CABAAAAAAAHQJCdgMMRP///wdQZkWIAkgUBQE4EfYaDUIKEgOC+j6Qgvw1+Kfhgn8Nxfw3
GA==
</inkml:annotation>
  <inkml:annotation type="types">AAEB
</inkml:annotation>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13 11 1023, 28 14 1023, 38 16 1023, 51 17 1023, 66 18 1023, 77 18 1023, 92 20 1023,</inkml:trace>
  <inkml:annotation type="path"> 159 159 1, 189 162 1, 421 211 1, 575 237 1, 762 252 1, 991 264 1, 1160 271 1, 1374 294 1</inkml:annotation>
  <inkml:annotation type="data">AD8cA4CABAAAAAAAHQOaAloDDET///8HUGZFiAJIFAUBOBH2Gg1CChgIgvq+f7vfM8+Agvq+vlq4
gn8Nxfw3GAA=
</inkml:annotation>
  <inkml:annotation type="types">AAEBAQEBAQE=
</inkml:annotation>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21 11 1023, 31 11 1023, 49 11 1023, 63 11 1023,</inkml:trace>
  <inkml:annotation type="path"> 153 153 1, 322 161 1, 472 164 1, 731 172 1, 948 172 1</inkml:annotation>
  <inkml:annotation type="data">ADocA4CABAAAAAAAHQPQAUYDDET///8HUGZFiAJIFAUBOBH2Gg1CChMFgvol+TyAgvo+egCCfw3F
/DcY
</inkml:annotation>
  <inkml:annotation type="types">AAEBAQE=
</inkml:annotation>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24 11 1023, 41 11 1023, 55 10 1023,</inkml:trace>
  <inkml:annotation type="path"> 149 164 1, 363 164 1, 611 161 1, 821 153 1</inkml:annotation>
  <inkml:annotation type="data">ADgcA4CABAAAAAAAHQO4AUQDDET///8HUGZFiAJIFAUBOBH2Gg1CChEEgvo8c6CC+r61gn8Nxfw3
GA==
</inkml:annotation>
  <inkml:annotation type="types">AAEBAQ==
</inkml:annotation>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23 14 1023, 52 10 1023,</inkml:trace>
  <inkml:annotation type="path"> 149 209 1, 337 209 1, 779 149 1</inkml:annotation>
  <inkml:annotation type="data">ADocA4CABAAAAAAAHQOyAUwDDET///8HUGZFiAJIFAUBOBH2Gg1CChMDgvo5+BCC/AH4B8iCfw3F
/DcY
</inkml:annotation>
  <inkml:annotation type="types">AAEB
</inkml:annotation>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20 21 1023, 33 16 1023, 33 13 1023, 33 10 0</inkml:trace>
  <inkml:annotation type="path"> 169 352 1, 296 307 1, 487 239 1, 487 194 1, 487 149 1</inkml:annotation>
  <inkml:annotation type="data">ADwcA4CABAAAAAAAHQJqWgMMRP///wdQZkWIAkgUBQE4EajPxUEKFgWC+rfH3oL8KfhvcIJ/DcX8
Nxv4bjA=
</inkml:annotation>
  <inkml:annotation type="types">AAEBAQE=
</inkml:annotation>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21 20 1023, 29 21 1023, 44 21 1023, 41 21 1023, 30 21 1023, 34 20 1023, 44 18 1023, 54 16 1023, 65 14 1023, 78 12 1023,</inkml:trace>
  <inkml:annotation type="path"> 160 284 1, 321 307 1, 430 311 1, 654 314 1, 610 314 1, 452 314 1, 512 296 1, 654 266 1, 816 239 1, 973 209 1, 1176 176 1</inkml:annotation>
  <inkml:annotation type="data">AEMcA4CABAAAAAAAHQP2AVoDDET///8HUGZFiAJIFAUBOBH2Gg1CChwLgvqu/F+Cfl/AXwJggvwV
+CVLQIJ/DcX8NxgA
</inkml:annotation>
  <inkml:annotation type="types">AAEBAQEBAQEBAQE=
</inkml:annotation>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56 10 1023, 45 12 1023, 32 15 1023, 19 18 1023, 9 20 1023, 13 20 1023, 26 19 1023, 32 19 1023, 51 16 1023,</inkml:trace>
  <inkml:annotation type="path"> 916 153 1, 833 157 1, 668 176 1, 473 221 1, 282 266 1, 132 299 1, 192 299 1, 391 292 1, 473 281 1, 758 247 1</inkml:annotation>
  <inkml:annotation type="data">AEQcA4CABAAAAAAAHQPOAVwDDET///8HUGZFiAJIFAUBOBH2Gg1CCh0Kgvy9+afh1z8AfN8f3IL6
PpyLtnSCfw3F/DcYAA==
</inkml:annotation>
  <inkml:annotation type="types">AAEBAQEBAQEBAQ==
</inkml:annotation>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55 10 1023, 44 10 1023, 34 11 1023, 21 13 1023, 9 14 1023, 2 16 1023, 0 16 1023, 2 16 1023, 15 16 1023, 18 15 1023, 22 15 1023, 27 15 1023, 38 14 1023, 50 13 1023, 64 12 1023,</inkml:trace>
  <inkml:annotation type="path"> 909 149 1, 830 149 1, 665 149 1, 508 164 1, 313 194 1, 136 213 1, 24 236 1, 0 236 1, 31 236 1, 219 236 1, 275 228 1, 328 228 1, 399 221 1, 571 209 1, 751 194 1, 961 183 1</inkml:annotation>
  <inkml:annotation type="data">AEgcA4CABAAAAAAAHQPsAVADDET///8HUGZFiAJIFAUBOBH2Gg1CCiEQgvy9+a/c7PXrx9X0yfBM
gvo+lJZpYoCCfw3F/DcYAAA=
</inkml:annotation>
  <inkml:annotation type="types">AAEBAQEBAQEBAQEBAQEBAQ==
</inkml:annotation>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69 15 1023, 56 15 1023, 43 15 1023, 32 15 1023, 35 15 1023, 47 14 1023, 60 14 1023, 64 13 1023, 67 13 1023, 63 13 1023, 52 14 1023, 37 16 1023, 23 18 1023, 12 20 1023, 2 21 1023, 0 21 1023, 3 21 1023, 18 20 1023, 28 20 1023, 40 18 1023, 55 16 1023, 69 15 1023, 73 14 1023,</inkml:trace>
  <inkml:annotation type="path"> 1110 225 1, 1035 225 1, 833 218 1, 641 218 1, 484 218 1, 529 218 1, 709 210 1, 904 203 1, 960 195 1, 1005 195 1, 945 195 1, 773 210 1, 548 237 1, 345 267 1, 173 293 1, 23 312 1, 0 312 1, 45 312 1, 263 304 1, 424 293 1, 596 270 1, 825 244 1, 1035 222 1, 1091 210 1</inkml:annotation>
  <inkml:annotation type="data">AFUcA4CABAAAAAAAHQOGAlgDDET///8HUGZFiAJIFAUBOBH2Gg1CCi4Ygvzx+g/lZ+APmnz34/j8
zk+T19nvOX6QgvwF+AwssSFqzUCCfw3F/DcYAAAA
</inkml:annotation>
  <inkml:annotation type="types">AAEBAQEBAQEBAQEBAQEBAQEBAQEBAQEB
</inkml:annotation>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76 18 1023, 65 18 1023, 54 19 1023, 43 19 1023, 32 19 1023, 19 19 1023, 9 19 1023, 12 19 1023, 25 19 1023, 37 18 1023, 48 18 1023, 60 17 1023, 69 16 1023, 81 13 1023,</inkml:trace>
  <inkml:annotation type="path"> 1223 276 1, 1144 276 1, 968 276 1, 814 280 1, 645 280 1, 480 280 1, 289 280 1, 135 283 1, 180 283 1, 379 283 1, 555 272 1, 724 265 1, 893 257 1, 1035 235 1, 1211 193 1</inkml:annotation>
  <inkml:annotation type="data">AEUcA4CABAAAAAAAHQOCAlQDDET///8HUGZFiAJIFAUBOBH2Gg1CCh4Pgv0R+lfY3n3fRbO8gvwR
+CUoLK2Cfw3F/DcYAAA=
</inkml:annotation>
  <inkml:annotation type="types">AAEBAQEBAQEBAQEBAQEB
</inkml:annotation>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70 10 1023, 58 10 1023, 46 11 1023, 43 12 1023, 33 14 1023, 30 14 1023, 19 16 1023, 9 18 1023, 13 18 1023, 17 18 1023, 30 18 1023, 43 18 1023, 57 18 1023, 71 17 1023,</inkml:trace>
  <inkml:annotation type="path"> 1096 149 1, 1054 149 1, 867 149 1, 683 164 1, 646 172 1, 488 206 1, 454 209 1, 278 236 1, 128 266 1, 196 273 1, 260 273 1, 443 273 1, 646 273 1, 856 269 1, 1066 258 1</inkml:annotation>
  <inkml:annotation type="data">AEgcA4CABAAAAAAAHQPuAVgDDET///8HUGZFiAJIFAUBOBH2Gg1CCiEPgvzt+ffnfN8fxfLPwA+Z
AIL6PpRNxoWCfw3F/DcYAAA=
</inkml:annotation>
  <inkml:annotation type="types">AAEBAQEBAQEBAQEBAQEB
</inkml:annotation>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69 12 1023, 59 12 1023, 46 12 1023, 33 12 1023, 38 11 1023, 53 11 1023, 67 10 1023, 60 10 1023, 48 11 1023, 30 12 1023, 15 14 1023, 2 15 1023, 0 15 1023, 2 15 1023, 15 15 1023, 25 15 1023, 38 15 1023, 50 14 1023, 62 14 1023, 72 14 1023,</inkml:trace>
  <inkml:annotation type="path"> 1123 191 1, 1040 183 1, 879 176 1, 688 172 1, 493 172 1, 571 164 1, 789 161 1, 1003 149 1, 894 149 1, 721 157 1, 451 179 1, 219 206 1, 28 224 1, 0 224 1, 28 224 1, 219 224 1, 376 224 1, 575 221 1, 748 213 1, 928 206 1, 1085 202 1</inkml:annotation>
  <inkml:annotation type="data">AFAcA4CABAAAAAAAHQOIAk4DDET///8HUGZFiAJIFAUBOBH2Gg1CCikVgvz1+h/PX4I+i/g/38PM
+rx9XeVogvu/AMLLIloWAIJ/DcX8NxgAAA==
</inkml:annotation>
  <inkml:annotation type="types">AAEBAQEBAQEBAQEBAQEBAQEBAQEB
</inkml:annotation>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71 10 1023, 58 10 1023, 46 10 1023, 30 11 1023, 18 11 1023, 8 12 1023, 14 12 1023, 26 13 1023, 39 13 1023, 52 13 1023, 49 13 1023, 36 11 1023, 32 11 1023, 21 11 1023, 23 12 1023, 37 13 1023, 50 14 1023, 65 14 1023, 76 15 1023,</inkml:trace>
  <inkml:annotation type="path"> 1160 149 1, 1066 149 1, 875 149 1, 683 149 1, 451 157 1, 275 168 1, 125 176 1, 203 183 1, 391 187 1, 578 187 1, 777 187 1, 728 187 1, 533 168 1, 485 168 1, 316 168 1, 346 172 1, 548 191 1, 755 202 1, 980 209 1, 1133 224 1</inkml:annotation>
  <inkml:annotation type="data">AFEcA4CABAAAAAAAHQP6AU4DDET///8HUGZFiAJIFAUBOBH2Gg1CCioUgvz9+i/jnnxn4E+CPwL9
PzfH932XPICC+j6SWWU3ELCCfw3F/DcYAAA=
</inkml:annotation>
  <inkml:annotation type="types">AAEBAQEBAQEBAQEBAQEBAQEBAQE=
</inkml:annotation>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23 10 1023, 35 10 1023, 46 10 1023, 69 10 1023,</inkml:trace>
  <inkml:annotation type="path"> 149 149 1, 341 149 1, 524 149 1, 693 149 1, 1031 149 1</inkml:annotation>
  <inkml:annotation type="data">ADgcA4CABAAAAAAAHQPeAUIDDET///8HUGZFiAJIFAUBOBH2Gg1CChEFgvo5b9iC+j6Qgn8Nxfw3
GA==
</inkml:annotation>
  <inkml:annotation type="types">AAEBAQE=
</inkml:annotation>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23 11 1023, 35 11 1023, 53 11 1023, 66 11 1023,</inkml:trace>
  <inkml:annotation type="path"> 153 153 1, 348 160 1, 528 164 1, 801 164 1, 985 164 1</inkml:annotation>
  <inkml:annotation type="data">ADocA4CABAAAAAAAHQPWAUQDDET///8HUGZFiAJIFAUBOBH2Gg1CChMFgvo5fg9ggvo+egCCfw3F
/DcY
</inkml:annotation>
  <inkml:annotation type="types">AAEBAQE=
</inkml:annotation>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18 10 1023, 30 10 1023,</inkml:trace>
  <inkml:annotation type="path"> 149 149 1, 262 149 1, 446 149 1</inkml:annotation>
  <inkml:annotation type="data">ADYcA4CABAAAAAAAHQJ2QgMMRP///wdQZkWIAkgUBQE4EfYaDUIKEAOC+jfAgvo+kIJ/DcX8Nxg=
</inkml:annotation>
  <inkml:annotation type="types">AAEB
</inkml:annotation>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18 11 1023, 31 13 1023, 42 14 1023, 53 15 1023, 55 15 1023, 87 18 1023,</inkml:trace>
  <inkml:annotation type="path"> 157 157 1, 273 168 1, 461 191 1, 637 206 1, 794 221 1, 828 221 1, 1308 273 1</inkml:annotation>
  <inkml:annotation type="data">AD4cA4CABAAAAAAAHQOQAlgDDET///8HUGZFiAJIFAUBOBH2Gg1CChcHgvo31r5/xACC+j55V4CC
fw3F/DcYAA==
</inkml:annotation>
  <inkml:annotation type="types">AAEBAQEBAQ==
</inkml:annotation>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14 12 1023, 23 16 1023, 34 21 1023, 45 25 1023, 56 28 1023, 65 31 1023,</inkml:trace>
  <inkml:annotation type="path"> 170 170 1, 204 185 1, 350 245 1, 508 309 1, 676 373 1, 834 418 1, 980 459 1</inkml:annotation>
  <inkml:annotation type="data">ADwcA4CABAAAAAAAHQPSAXQDDET///8HUGZFiAJIFAUBOBH2Gg1CChUHgvq+X4MNgvq+nktAgn8N
xfw3GAA=
</inkml:annotation>
  <inkml:annotation type="types">AAEBAQEBAQ==
</inkml:annotation>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13 11 1023, 28 12 1023, 40 12 1023, 53 12 1023, 64 12 1023,</inkml:trace>
  <inkml:annotation type="path"> 157 157 1, 194 161 1, 427 179 1, 596 179 1, 802 179 1, 963 179 1</inkml:annotation>
  <inkml:annotation type="data">ADscA4CABAAAAAAAHQPSAUYDDET///8HUGZFiAJIFAUBOBH2Gg1CChQGgvo+P7OzQIL6PnUAgn8N
xfw3GA==
</inkml:annotation>
  <inkml:annotation type="types">AAEBAQEB
</inkml:annotation>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21 10 1023, 35 10 1023, 48 11 1023, 58 11 1023, 60 11 0</inkml:trace>
  <inkml:annotation type="path"> 149 149 1, 318 149 1, 528 149 1, 712 157 1, 866 168 1, 903 168 1</inkml:annotation>
  <inkml:annotation type="data">AD0cA4CABAAAAAAAHQPIAUQDDET///8HUGZFiAJIFAUBOBH2Gg1CChYGgvonL35Qgvo+lKCCfw3F
/DcZ/DcY
</inkml:annotation>
  <inkml:annotation type="types">AAEBAQEB
</inkml:annotation>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13 12 1023, 26 18 1023, 34 23 1023, 39 27 1023,</inkml:trace>
  <inkml:annotation type="path"> 169 169 1, 199 180 1, 394 274 1, 510 345 1, 582 402 1</inkml:annotation>
  <inkml:annotation type="data">ADwcA4CABAAAAAAAHQOKAWoDDET///8HUGZFiAJIFAUBOBH2Gg1CChUFgvq+f6vfQIL6vp9WgIJ/
DcX8Nxg=
</inkml:annotation>
  <inkml:annotation type="types">AAEBAQE=
</inkml:annotation>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15 18 1023, 11 36 1023,</inkml:trace>
  <inkml:annotation type="path"> 250 164 1, 225 274 1, 164 543 1</inkml:annotation>
  <inkml:annotation type="data">ADocA4CABAAAAAAAHQNShgEDDET///8HUGZFiAJIFAUBOBH2Gg1CChMDgvwN+C9Agvq8/UCCfw3F
/DcY
</inkml:annotation>
  <inkml:annotation type="types">AAEB
</inkml:annotation>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12 13 1023, 11 15 1023,</inkml:trace>
  <inkml:annotation type="path"> 189 169 1, 179 195 1, 169 222 1</inkml:annotation>
  <inkml:annotation type="data">ADccA4CABAAAAAAAHQJESgMMRP///wdQZkWIAkgUBQE4EfYaDUIKEQOC+78AgIL6vnCCfw3F/DcY
</inkml:annotation>
  <inkml:annotation type="types">AAEB
</inkml:annotation>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18 14 1023, 16 24 1023, 13 36 1023, 10 47 1023,</inkml:trace>
  <inkml:annotation type="path"> 287 167 1, 276 204 1, 238 354 1, 189 546 1, 156 707 1</inkml:annotation>
  <inkml:annotation type="data">ADscA4CABAAAAAAAHQNaogEDDET///8HUGZFiAJIFAUBOBH2Gg1CChQFgvwV+DbQgvq+X4sogn8N
xfw3GA==
</inkml:annotation>
  <inkml:annotation type="types">AAEBAQE=
</inkml:annotation>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30 13 1023, 23 27 1023, 19 38 1023,</inkml:trace>
  <inkml:annotation type="path"> 465 171 1, 450 197 1, 345 411 1, 277 565 1</inkml:annotation>
  <inkml:annotation type="data">ADwcA4CABAAAAAAAHQN0iAEDDET///8HUGZFiAJIFAUBOBH2Gg1CChUEgvxF+Jfh4IL6vn+zoIJ/
DcX8Nxg=
</inkml:annotation>
  <inkml:annotation type="types">AAEBAQ==
</inkml:annotation>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12 14 1023, 15 23 1023,</inkml:trace>
  <inkml:annotation type="path"> 165 165 1, 176 210 1, 229 345 1</inkml:annotation>
  <inkml:annotation type="data">ADccA4CABAAAAAAAHQJOYgMMRP///wdQZkWIAkgUBQE4EfYaDUIKEQOC+r6cgvq+X4CCfw3F/DcY
</inkml:annotation>
  <inkml:annotation type="types">AAEB
</inkml:annotation>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21 10 1023, 34 10 1023, 46 10 1023, 59 10 1023, 75 10 1023,</inkml:trace>
  <inkml:annotation type="path"> 149 149 1, 314 149 1, 506 149 1, 682 149 1, 884 149 1, 1124 149 1</inkml:annotation>
  <inkml:annotation type="data">ADgcA4CABAAAAAAAHQPuAUIDDET///8HUGZFiAJIFAUBOBH2Gg1CChEGgvomWcCC+j6Qgn8Nxfw3
GA==
</inkml:annotation>
  <inkml:annotation type="types">AAEBAQEB
</inkml:annotation>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22 13 1023, 34 11 1023, 45 11 1023, 55 10 1023, 53 10 1023, 50 10 1023, 38 11 1023, 34 12 1023, 20 14 1023,</inkml:trace>
  <inkml:annotation type="path"> 262 202 1, 333 194 1, 513 168 1, 678 161 1, 832 153 1, 798 149 1, 753 149 1, 569 161 1, 509 172 1, 307 202 1</inkml:annotation>
  <inkml:annotation type="data">AEQcA4CABAAAAAAAHQO0AUoDDET///8HUGZFiAJIFAUBOBH2Gg1CCh0KgvwN9vxW/bfn+T6QgvwB
+A7liICCfw3F/DcYAA==
</inkml:annotation>
  <inkml:annotation type="types">AAEBAQEBAQEBAQ==
</inkml:annotation>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5 10 1023, 0 10 1023,</inkml:trace>
  <inkml:annotation type="path"> 138 157 1, 74 149 1, 0 149 1</inkml:annotation>
  <inkml:annotation type="data">ADYcA4CABAAAAAAAHQJaQgMMRP///wdQZkWIAkgUBQE4EfYaDUIKEAOC+b76gvq+2IJ/DcX8Nxg=
</inkml:annotation>
  <inkml:annotation type="types">AAEB
</inkml:annotation>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12 25 1023, 16 20 1023, 17 17 1023, 18 15 1023, 21 11 1023, 24 8 1023,</inkml:trace>
  <inkml:annotation type="path"> 170 414 1, 185 380 1, 234 294 1, 249 260 1, 268 230 1, 316 167 1, 361 118 1</inkml:annotation>
  <inkml:annotation type="data">ADwcA4CABAAAAAAAHQJkdgMMRP///wdQZkWIAkgUBQE4EfYaDUIKFgeC+r6edYCC/Dn4j3Jsgn8N
xfw3GAA=
</inkml:annotation>
  <inkml:annotation type="types">AAEBAQEBAQ==
</inkml:annotation>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11 15 1023, 12 10 1023, 14 11 1023, 17 12 1023, 19 15 1023, 21 18 1023,</inkml:trace>
  <inkml:annotation type="path"> 157 266 1, 161 229 1, 176 154 1, 209 165 1, 251 184 1, 281 218 1, 311 270 1</inkml:annotation>
  <inkml:annotation type="data">ADwcA4CABAAAAAAAHQJeWAMMRP///wdQZkWIAkgUBQE4EfYaDUIKFgeC+j50lIL8Efg/fgYAgn8N
xfw3GAA=
</inkml:annotation>
  <inkml:annotation type="types">AAEBAQEBAQ==
</inkml:annotation>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11 29 1023, 12 18 1023, 13 13 1023,</inkml:trace>
  <inkml:annotation type="path"> 155 494 1, 158 438 1, 181 273 1, 200 194 1</inkml:annotation>
  <inkml:annotation type="data">ADocA4CABAAAAAAAHQJKeAMMRP///wdQZkWIAkgUBQE4EfYaDUIKFASC+j5wgvxN+L/j+ACCfw3F
/DcY
</inkml:annotation>
  <inkml:annotation type="types">AAEBAQ==
</inkml:annotation>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31 14 1023, 24 25 1023, 18 35 1023, 14 45 1023, 12 50 1023,</inkml:trace>
  <inkml:annotation type="path"> 491 170 1, 461 215 1, 356 369 1, 269 527 1, 206 673 1, 183 748 1</inkml:annotation>
  <inkml:annotation type="data">AD0cA4CABAAAAAAAHQN4qAEDDET///8HUGZFiAJIFAUBOBH2Gg1CChYGgvxN+K/czIL6vl+SvYCC
fw3F/DcY
</inkml:annotation>
  <inkml:annotation type="types">AAEBAQEB
</inkml:annotation>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12 13 1023, 13 15 1023,</inkml:trace>
  <inkml:annotation type="path"> 169 169 1, 179 195 1, 189 222 1</inkml:annotation>
  <inkml:annotation type="data">ADYcA4CABAAAAAAAHQJESgMMRP///wdQZkWIAkgUBQE4EfYaDUIKEAOC+r6Qgvq+cIJ/DcX8Nxg=
</inkml:annotation>
  <inkml:annotation type="types">AAEB
</inkml:annotation>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15 14 1023, 12 23 1023,</inkml:trace>
  <inkml:annotation type="path"> 232 167 1, 220 204 1, 175 351 1</inkml:annotation>
  <inkml:annotation type="data">ADkcA4CABAAAAAAAHQJMZAMMRP///wdQZkWIAkgUBQE4EfYaDUIKEwOC/AX4D6CC+r5fgIJ/DcX8
Nxg=
</inkml:annotation>
  <inkml:annotation type="types">AAEB
</inkml:annotation>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18 16 1023, 10 30 1023,</inkml:trace>
  <inkml:annotation type="path"> 303 171 1, 266 235 1, 157 452 1</inkml:annotation>
  <inkml:annotation type="data">ADkcA4CABAAAAAAAHQJcdAMMRP///wdQZkWIAkgUBQE4EfYaDUIKEwOC/Bn4R+GC+r4fmIJ/DcX8
Nxg=
</inkml:annotation>
  <inkml:annotation type="types">AAEB
</inkml:annotation>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20 16 1023, 15 29 1023, 11 40 1023,</inkml:trace>
  <inkml:annotation type="path"> 320 168 1, 294 243 1, 223 431 1, 163 603 1</inkml:annotation>
  <inkml:annotation type="data">ADscA4CABAAAAAAAHQNejgEDDET///8HUGZFiAJIFAUBOBH2Gg1CChQEgvwd+EfMgvq+H5NAgn8N
xfw3GA==
</inkml:annotation>
  <inkml:annotation type="types">AAEBAQ==
</inkml:annotation>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11 41 1023, 11 54 1023,</inkml:trace>
  <inkml:annotation type="path"> 151 151 1, 158 620 1, 162 807 1</inkml:annotation>
  <inkml:annotation type="data">ADkcA4CABAAAAAAAHQNEtgEDDET///8HUGZFiAJIFAUBOBH2Gg1CChIDgvo+eoL6Pwd+CYJ/DcX8
Nxg=
</inkml:annotation>
  <inkml:annotation type="types">AAEB
</inkml:annotation>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23 10 1023, 35 11 1023, 47 11 1023, 61 12 1023,</inkml:trace>
  <inkml:annotation type="path"> 151 151 1, 346 155 1, 530 159 1, 710 166 1, 920 174 1</inkml:annotation>
  <inkml:annotation type="data">ADgcA4CABAAAAAAAHQPKAUYDDET///8HUGZFiAJIFAUBOBH2Gg1CChEFgvo5WIL6Pplggn8Nxfw3
GA==
</inkml:annotation>
  <inkml:annotation type="types">AAEBAQE=
</inkml:annotation>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22 19 1023, 33 19 1023, 45 18 1023, 59 17 1023, 73 16 1023, 75 15 1023, 82 14 1023, 97 13 1023,</inkml:trace>
  <inkml:annotation type="path"> 151 290 1, 324 286 1, 500 278 1, 680 263 1, 883 248 1, 1092 233 1, 1130 226 1, 1235 215 1, 1449 188 1</inkml:annotation>
  <inkml:annotation type="data">AD4cA4CABAAAAAAAHQOoAlQDDET///8HUGZFiAJIFAUBOBH2Gg1CChcJgvoyzH2+vkCC/BX4LUCC
fw3F/DcYAA==
</inkml:annotation>
  <inkml:annotation type="types">AAEBAQEBAQEB
</inkml:annotation>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13 11 1023, 27 12 1023, 37 14 1023, 50 16 1023, 63 18 1023,</inkml:trace>
  <inkml:annotation type="path"> 156 156 1, 198 160 1, 400 183 1, 550 213 1, 756 246 1, 944 273 1</inkml:annotation>
  <inkml:annotation type="data">ADscA4CABAAAAAAAHQPOAVgDDET///8HUGZFiAJIFAUBOBH2Gg1CChQGgvo+P6vPAIL6PnQAgn8N
xfw3GA==
</inkml:annotation>
  <inkml:annotation type="types">AAEBAQEB
</inkml:annotation>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12 11 1023, 14 11 1023,</inkml:trace>
  <inkml:annotation type="path"> 156 156 1, 184 159 1, 212 161 1</inkml:annotation>
  <inkml:annotation type="data">ADYcA4CABAAAAAAAHQJMRAMMRP///wdQZkWIAkgUBQE4EfYaDUIKEAOC+j5Qgvo+eoJ/DcX8Nxg=
</inkml:annotation>
  <inkml:annotation type="types">AAEB
</inkml:annotation>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26 11 1023, 43 11 1023, 63 10 1023,</inkml:trace>
  <inkml:annotation type="path"> 149 160 1, 393 160 1, 637 160 1, 948 156 1</inkml:annotation>
  <inkml:annotation type="data">ADgcA4CABAAAAAAAHQPQAUQDDET///8HUGZFiAJIFAUBOBH2Gg1CChEEgvo+CcCC+r61gn8Nxfw3
GA==
</inkml:annotation>
  <inkml:annotation type="types">AAEBAQ==
</inkml:annotation>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18 10 1023, 21 10 1023,</inkml:trace>
  <inkml:annotation type="path"> 151 155 1, 264 153 1, 316 151 1</inkml:annotation>
  <inkml:annotation type="data">ADYcA4CABAAAAAAAHQJgQgMMRP///wdQZkWIAkgUBQE4EfYaDUIKEAOC+jfYgvo+kIJ/DcX8Nxg=
</inkml:annotation>
  <inkml:annotation type="types">AAEB
</inkml:annotation>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21 10 1023, 32 10 1023,</inkml:trace>
  <inkml:annotation type="path"> 149 151 1, 314 151 1, 476 151 1</inkml:annotation>
  <inkml:annotation type="data">ADUcA4CABAAAAAAAHQJ8QgMMRP///wdQZkWIAkgUBQE4EfYaDUIKDwOC+iCC+j6Qgn8Nxfw3GA==
</inkml:annotation>
  <inkml:annotation type="types">AAEB
</inkml:annotation>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23 11 1023, 38 10 1023,</inkml:trace>
  <inkml:annotation type="path"> 153 176 1, 340 168 1, 576 149 1</inkml:annotation>
  <inkml:annotation type="data">ADccA4CABAAAAAAAHQOOAUYDDET///8HUGZFiAJIFAUBOBH2Gg1CChADgvo5gIL7PvCCfw3F/DcY
</inkml:annotation>
  <inkml:annotation type="types">AAEB
</inkml:annotation>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29 11 1023, 46 10 1023,</inkml:trace>
  <inkml:annotation type="path"> 149 164 1, 434 164 1, 682 149 1</inkml:annotation>
  <inkml:annotation type="data">ADccA4CABAAAAAAAHQOgAUQDDET///8HUGZFiAJIFAUBOBH2Gg1CChADgvo+bYL6vrqCfw3F/DcY
</inkml:annotation>
  <inkml:annotation type="types">AAEB
</inkml:annotation>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12 14 1023, 14 20 1023, 20 34 1023,</inkml:trace>
  <inkml:annotation type="path"> 165 165 1, 176 210 1, 206 293 1, 296 506 1</inkml:annotation>
  <inkml:annotation type="data">ADocA4CABAAAAAAAHQNagAEDDET///8HUGZFiAJIFAUBOBH2Gg1CChMEgvq+meCC+r5efICCfw3F
/DcY
</inkml:annotation>
  <inkml:annotation type="types">AAEBAQ==
</inkml:annotation>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13 18 1023, 18 37 1023,</inkml:trace>
  <inkml:annotation type="path"> 165 165 1, 193 274 1, 263 548 1</inkml:annotation>
  <inkml:annotation type="data">ADkcA4CABAAAAAAAHQNUhgEDDET///8HUGZFiAJIFAUBOBH2Gg1CChIDgvq+fgCC+rz9gIJ/DcX8
Nxg=
</inkml:annotation>
  <inkml:annotation type="types">AAEB
</inkml:annotation>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11 18 1023, 12 53 1023,</inkml:trace>
  <inkml:annotation type="path"> 153 153 1, 159 266 1, 183 791 1</inkml:annotation>
  <inkml:annotation type="data">ADgcA4CABAAAAAAAHQNItAEDDET///8HUGZFiAJIFAUBOBH2Gg1CChEDgvo+cIL6N/DQgn8Nxfw3
GA==
</inkml:annotation>
  <inkml:annotation type="types">AAEB
</inkml:annotation>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11 12 1023, 11 14 1023,</inkml:trace>
  <inkml:annotation type="path"> 164 158 1, 161 186 1, 158 214 1</inkml:annotation>
  <inkml:annotation type="data">ADYcA4CABAAAAAAAHQJCTAMMRP///wdQZkWIAkgUBQE4EfYaDUIKEAOC+r6wgvq+mIJ/DcX8Nxg=
</inkml:annotation>
  <inkml:annotation type="types">AAEB
</inkml:annotation>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11 18 1023, 12 38 1023,</inkml:trace>
  <inkml:annotation type="path"> 155 155 1, 163 267 1, 185 575 1</inkml:annotation>
  <inkml:annotation type="data">ADccA4CABAAAAAAAHQNIjgEDDET///8HUGZFiAJIFAUBOBH2Gg1CChADgvo+cIL6N+yCfw3F/DcY
</inkml:annotation>
  <inkml:annotation type="types">AAEB
</inkml:annotation>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10 13 1023, 11 27 1023,</inkml:trace>
  <inkml:annotation type="path"> 149 149 1, 149 191 1, 161 408 1</inkml:annotation>
  <inkml:annotation type="data">ADccA4CABAAAAAAAHQJEcAMMRP///wdQZkWIAkgUBQE4EfYaDUIKEQOC+j6Ygvo+P6iCfw3F/DcY
</inkml:annotation>
  <inkml:annotation type="types">AAEB
</inkml:annotation>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14 18 1023, 20 38 1023,</inkml:trace>
  <inkml:annotation type="path"> 168 168 1, 203 275 1, 299 569 1</inkml:annotation>
  <inkml:annotation type="data">ADkcA4CABAAAAAAAHQNaigEDDET///8HUGZFiAJIFAUBOBH2Gg1CChIDgvq+XgCC+rz9wIJ/DcX8
Nxg=
</inkml:annotation>
  <inkml:annotation type="types">AAEB
</inkml:annotation>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13 18 1023, 11 37 1023,</inkml:trace>
  <inkml:annotation type="path"> 212 159 1, 197 271 1, 159 557 1</inkml:annotation>
  <inkml:annotation type="data">ADocA4CABAAAAAAAHQNKiAEDDET///8HUGZFiAJIFAUBOBH2Gg1CChMDgvwB+A6Agvq8/YCCfw3F
/DcY
</inkml:annotation>
  <inkml:annotation type="types">AAEB
</inkml:annotation>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11 18 1023, 13 36 1023,</inkml:trace>
  <inkml:annotation type="path"> 157 157 1, 168 269 1, 194 547 1</inkml:annotation>
  <inkml:annotation type="data">ADccA4CABAAAAAAAHQNKiAEDDET///8HUGZFiAJIFAUBOBH2Gg1CChADgvo+eIL6N+iCfw3F/DcY
</inkml:annotation>
  <inkml:annotation type="types">AAEB
</inkml:annotation>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10 13 1023, 10 27 1023,</inkml:trace>
  <inkml:annotation type="path"> 149 149 1, 149 187 1, 153 408 1</inkml:annotation>
  <inkml:annotation type="data">ADccA4CABAAAAAAAHQJCcAMMRP///wdQZkWIAkgUBQE4EfYaDUIKEQOC+j6Qgvo+P6iCfw3F/DcY
</inkml:annotation>
  <inkml:annotation type="types">AAEB
</inkml:annotation>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13 18 1023, 20 40 1023,</inkml:trace>
  <inkml:annotation type="path"> 167 167 1, 199 275 1, 294 594 1</inkml:annotation>
  <inkml:annotation type="data">ADkcA4CABAAAAAAAHQNajgEDDET///8HUGZFiAJIFAUBOBH2Gg1CChIDgvq+f0CC+rz+AoJ/DcX8
Nxg=
</inkml:annotation>
  <inkml:annotation type="types">AAEB
</inkml:annotation>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13 18 1023, 18 40 1023,</inkml:trace>
  <inkml:annotation type="path"> 164 164 1, 190 274 1, 266 596 1</inkml:annotation>
  <inkml:annotation type="data">ADkcA4CABAAAAAAAHQNUjgEDDET///8HUGZFiAJIFAUBOBH2Gg1CChIDgvq+fgCC+rz+AoJ/DcX8
Nxg=
</inkml:annotation>
  <inkml:annotation type="types">AAEB
</inkml:annotation>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14 12 1023, 24 14 1023, 36 16 1023,</inkml:trace>
  <inkml:annotation type="path"> 165 165 1, 210 176 1, 364 210 1, 540 244 1</inkml:annotation>
  <inkml:annotation type="data">ADkcA4CABAAAAAAAHQOGAVADDET///8HUGZFiAJIFAUBOBH2Gg1CChIEgvq+X4sAgvq+mIJ/DcX8
Nxg=
</inkml:annotation>
  <inkml:annotation type="types">AAEBAQ==
</inkml:annotation>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24 11 1023, 37 12 1023, 47 12 1023, 61 12 1023, 79 11 1023, 90 10 1023, 101 10 1023, 104 10 1023, 117 11 1023,</inkml:trace>
  <inkml:annotation type="path"> 149 165 1, 352 165 1, 547 172 1, 701 172 1, 914 172 1, 1181 165 1, 1353 153 1, 1518 150 1, 1559 153 1, 1758 168 1</inkml:annotation>
  <inkml:annotation type="data">AEAcA4CABAAAAAAAHQPgAkYDDET///8HUGZFiAJIFAUBOBH2Gg1CChkKgvo8Xvjx8b5foIL6vrlV
EIJ/DcX8NxgA
</inkml:annotation>
  <inkml:annotation type="types">AAEBAQEBAQEBAQ==
</inkml:annotation>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18 1023, 40 18 1023, 53 18 1023, 64 17 1023, 76 15 1023, 87 14 1023, 98 13 1023, 110 11 1023, 122 10 1023, 133 10 1023, 145 10 1023, 155 10 1023, 170 10 1023, 180 10 1023, 190 10 1023, 202 10 1023, 214 10 1023, 224 10 1023, 235 10 1023, 247 10 1023, 259 10 1023, 271 10 1023, 282 10 1023, 287 11 1023, 291 11 1023,</inkml:trace>
  <inkml:annotation type="path"> 149 273 1, 382 273 1, 596 269 1, 787 262 1, 963 247 1, 1136 228 1, 1301 209 1, 1469 191 1, 1646 168 1, 1822 153 1, 1998 149 1, 2171 149 1, 2328 149 1, 2546 149 1, 2696 149 1, 2853 149 1, 3026 149 1, 3202 149 1, 3363 149 1, 3524 149 1, 3701 149 1, 3884 149 1, 4057 149 1, 4233 149 1, 4301 161 1, 4361 161 1</inkml:annotation>
  <inkml:annotation type="data">AEocA4CABAAAAAAAHQOuBlgDDET///8HUGZFiAJIFAUBOBH2Gg1CCiMagvo+DbsqLN9e2NkL8NCC
/BH4JLYsgACUgn8Nxfw3GAAAAA==
</inkml:annotation>
  <inkml:annotation type="types">AAEBAQEBAQEBAQEBAQEBAQEBAQEBAQEBAQE=
</inkml:annotation>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12 18 1023, 17 38 1023,</inkml:trace>
  <inkml:annotation type="path"> 163 163 1, 187 273 1, 250 568 1</inkml:annotation>
  <inkml:annotation type="data">ADkcA4CABAAAAAAAHQNSigEDDET///8HUGZFiAJIFAUBOBH2Gg1CChIDgvq+nwCC+rz9wIJ/DcX8
Nxg=
</inkml:annotation>
  <inkml:annotation type="types">AAEB
</inkml:annotation>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14 18 1023, 23 41 1023,</inkml:trace>
  <inkml:annotation type="path"> 169 169 1, 211 274 1, 346 616 1</inkml:annotation>
  <inkml:annotation type="data">ADkcA4CABAAAAAAAHQNgkAEDDET///8HUGZFiAJIFAUBOBH2Gg1CChIDgvq+X4CC+rz+BIJ/DcX8
Nxg=
</inkml:annotation>
  <inkml:annotation type="types">AAEB
</inkml:annotation>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10 12 1023, 10 14 1023,</inkml:trace>
  <inkml:annotation type="path"> 149 149 1, 149 178 1, 149 206 1</inkml:annotation>
  <inkml:annotation type="data">ADYcA4CABAAAAAAAHQJCTAMMRP///wdQZkWIAkgUBQE4EfYaDUIKEAOC+j6Qgvo+UIJ/DcX8Nxg=
</inkml:annotation>
  <inkml:annotation type="types">AAEB
</inkml:annotation>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23 10 1023, 37 10 1023, 48 10 1023, 63 10 1023,</inkml:trace>
  <inkml:annotation type="path"> 149 149 1, 341 149 1, 554 149 1, 712 149 1, 948 149 1</inkml:annotation>
  <inkml:annotation type="data">ADgcA4CABAAAAAAAHQPQAUIDDET///8HUGZFiAJIFAUBOBH2Gg1CChEFgvo5O+CC+j6Qgn8Nxfw3
GA==
</inkml:annotation>
  <inkml:annotation type="types">AAEBAQE=
</inkml:annotation>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14 11 1023, 24 13 1023, 28 13 1023, 45 13 1023, 62 13 1023,</inkml:trace>
  <inkml:annotation type="path"> 162 162 1, 203 169 1, 353 188 1, 424 188 1, 672 199 1, 934 199 1</inkml:annotation>
  <inkml:annotation type="data">ADwcA4CABAAAAAAAHQPMAUgDDET///8HUGZFiAJIFAUBOBH2Gg1CChUGgvq+X4vh+4CC+r680IJ/
DcX8Nxg=
</inkml:annotation>
  <inkml:annotation type="types">AAEBAQEB
</inkml:annotation>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20 11 1023, 40 11 1023, 51 10 1023, 66 10 1023,</inkml:trace>
  <inkml:annotation type="path"> 149 157 1, 303 157 1, 592 157 1, 764 153 1, 982 149 1</inkml:annotation>
  <inkml:annotation type="data">ADocA4CABAAAAAAAHQPWAUIDDET///8HUGZFiAJIFAUBOBH2Gg1CChMFgvofR8/ggvq+tYCCfw3F
/DcY
</inkml:annotation>
  <inkml:annotation type="types">AAEBAQE=
</inkml:annotation>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23 10 1023, 38 10 1023, 55 10 1023, 73 10 1023,</inkml:trace>
  <inkml:annotation type="path"> 149 149 1, 348 149 1, 566 149 1, 824 149 1, 1091 149 1</inkml:annotation>
  <inkml:annotation type="data">ADgcA4CABAAAAAAAHQPoAUIDDET///8HUGZFiAJIFAUBOBH2Gg1CChEFgvo5mQCC+j6Qgn8Nxfw3
GA==
</inkml:annotation>
  <inkml:annotation type="types">AAEBAQE=
</inkml:annotation>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25 10 1023, 39 10 1023, 58 10 1023, 70 10 1023,</inkml:trace>
  <inkml:annotation type="path"> 149 149 1, 378 149 1, 584 149 1, 869 149 1, 1053 149 1</inkml:annotation>
  <inkml:annotation type="data">ADkcA4CABAAAAAAAHQPiAUIDDET///8HUGZFiAJIFAUBOBH2Gg1CChIFgvo9X18Ygvo+kIJ/DcX8
Nxg=
</inkml:annotation>
  <inkml:annotation type="types">AAEBAQE=
</inkml:annotation>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22 10 1023, 38 10 1023, 55 10 1023, 67 10 1023, 77 10 1023,</inkml:trace>
  <inkml:annotation type="path"> 151 151 1, 327 155 1, 575 155 1, 822 155 1, 1006 155 1, 1156 155 1</inkml:annotation>
  <inkml:annotation type="data">ADkcA4CABAAAAAAAHQP0AUIDDET///8HUGZFiAJIFAUBOBH2Gg1CChIGgvozxPeggvo+kIJ/DcX8
Nxg=
</inkml:annotation>
  <inkml:annotation type="types">AAEBAQEB
</inkml:annotation>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22 11 1023, 40 12 1023, 52 12 1023,</inkml:trace>
  <inkml:annotation type="path"> 153 153 1, 333 160 1, 599 179 1, 779 187 1</inkml:annotation>
  <inkml:annotation type="data">ADkcA4CABAAAAAAAHQOyAUgDDET///8HUGZFiAJIFAUBOBH2Gg1CChIEgvoz4PhAgvo+dYJ/DcX8
Nxg=
</inkml:annotation>
  <inkml:annotation type="types">AAEBAQ==
</inkml:annotation>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20 10 1023, 40 10 1023, 52 10 1023,</inkml:trace>
  <inkml:annotation type="path"> 149 149 1, 299 149 1, 603 149 1, 776 149 1</inkml:annotation>
  <inkml:annotation type="data">ADgcA4CABAAAAAAAHQOwAUIDDET///8HUGZFiAJIFAUBOBH2Gg1CChEEgvofR8qC+j6Qgn8Nxfw3
GA==
</inkml:annotation>
  <inkml:annotation type="types">AAEBAQ==
</inkml:annotation>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27 11 1023, 39 12 1023,</inkml:trace>
  <inkml:annotation type="path"> 153 153 1, 404 164 1, 592 183 1</inkml:annotation>
  <inkml:annotation type="data">ADgcA4CABAAAAAAAHQOQAUgDDET///8HUGZFiAJIFAUBOBH2Gg1CChEDgvo+L2CC+j5wgn8Nxfw3
GA==
</inkml:annotation>
  <inkml:annotation type="types">AAEB
</inkml:annotation>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25 10 1023, 37 10 1023, 48 10 1023,</inkml:trace>
  <inkml:annotation type="path"> 149 149 1, 378 149 1, 551 149 1, 723 149 1</inkml:annotation>
  <inkml:annotation type="data">ADgcA4CABAAAAAAAHQOoAUIDDET///8HUGZFiAJIFAUBOBH2Gg1CChEEgvo9doCC+j6Qgn8Nxfw3
GA==
</inkml:annotation>
  <inkml:annotation type="types">AAEBAQ==
</inkml:annotation>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24 10 1023, 47 10 1023, 58 10 1023,</inkml:trace>
  <inkml:annotation type="path"> 149 149 1, 352 149 1, 697 153 1, 866 153 1</inkml:annotation>
  <inkml:annotation type="data">ADkcA4CABAAAAAAAHQPAAUIDDET///8HUGZFiAJIFAUBOBH2Gg1CChIEgvo8fN9ogvo+kIJ/DcX8
Nxg=
</inkml:annotation>
  <inkml:annotation type="types">AAEBAQ==
</inkml:annotation>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13 12 1023, 15 13 1023,</inkml:trace>
  <inkml:annotation type="path"> 170 170 1, 196 182 1, 222 194 1</inkml:annotation>
  <inkml:annotation type="data">ADYcA4CABAAAAAAAHQJKRgMMRP///wdQZkWIAkgUBQE4EfYaDUIKEAOC+r5wgvq+kIJ/DcX8Nxg=
</inkml:annotation>
  <inkml:annotation type="types">AAEB
</inkml:annotation>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12 18 1023, 17 38 1023,</inkml:trace>
  <inkml:annotation type="path"> 163 163 1, 186 273 1, 250 576 1</inkml:annotation>
  <inkml:annotation type="data">ADkcA4CABAAAAAAAHQNSjAEDDET///8HUGZFiAJIFAUBOBH2Gg1CChIDgvq+nwCC+rz9wIJ/DcX8
Nxg=
</inkml:annotation>
  <inkml:annotation type="types">AAEB
</inkml:annotation>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13 18 1023, 19 43 1023,</inkml:trace>
  <inkml:annotation type="path"> 165 165 1, 191 274 1, 277 637 1</inkml:annotation>
  <inkml:annotation type="data">ADkcA4CABAAAAAAAHQNWlgEDDET///8HUGZFiAJIFAUBOBH2Gg1CChIDgvq+fwCC+rz+CIJ/DcX8
Nxg=
</inkml:annotation>
  <inkml:annotation type="types">AAEB
</inkml:annotation>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16 13 1023, 28 16 1023, 41 18 1023, 45 18 1023, 58 18 1023, 71 18 1023, 103 15 1023,</inkml:trace>
  <inkml:annotation type="path"> 167 167 1, 242 189 1, 418 234 1, 613 268 1, 669 272 1, 864 272 1, 1067 272 1, 1547 231 1</inkml:annotation>
  <inkml:annotation type="data">AEAcA4CABAAAAAAAHQO4AlYDDET///8HUGZFiAJIFAUBOBH2Gg1CChkIgvq+H4p8/zPwUIL6vnl0
6IJ/DcX8NxgA
</inkml:annotation>
  <inkml:annotation type="types">AAEBAQEBAQE=
</inkml:annotation>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13 11 1023, 15 12 1023,</inkml:trace>
  <inkml:annotation type="path"> 163 163 1, 190 168 1, 218 174 1</inkml:annotation>
  <inkml:annotation type="data">ADYcA4CABAAAAAAAHQJMRAMMRP///wdQZkWIAkgUBQE4EfYaDUIKEAOC+r5wgvq+uIJ/DcX8Nxg=
</inkml:annotation>
  <inkml:annotation type="types">AAEB
</inkml:annotation>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18 11 1023, 20 12 1023,</inkml:trace>
  <inkml:annotation type="path"> 157 157 1, 269 169 1, 303 172 1</inkml:annotation>
  <inkml:annotation type="data">ADYcA4CABAAAAAAAHQJcRAMMRP///wdQZkWIAkgUBQE4EfYaDUIKEAOC+rz7gvq+uIJ/DcX8Nxg=
</inkml:annotation>
  <inkml:annotation type="types">AAEB
</inkml:annotation>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18 11 1023, 21 11 1023,</inkml:trace>
  <inkml:annotation type="path"> 153 153 1, 265 158 1, 322 161 1</inkml:annotation>
  <inkml:annotation type="data">ADYcA4CABAAAAAAAHQJgRAMMRP///wdQZkWIAkgUBQE4EfYaDUIKEAOC+jfYgvo+eoJ/DcX8Nxg=
</inkml:annotation>
  <inkml:annotation type="types">AAEB
</inkml:annotation>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12 11 1023, 14 11 1023,</inkml:trace>
  <inkml:annotation type="path"> 158 158 1, 186 161 1, 214 164 1</inkml:annotation>
  <inkml:annotation type="data">ADYcA4CABAAAAAAAHQJMQgMMRP///wdQZkWIAkgUBQE4EfYaDUIKEAOC+r6Ygvq+sIJ/DcX8Nxg=
</inkml:annotation>
  <inkml:annotation type="types">AAEB
</inkml:annotation>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11 10 1023, 11 13 1023,</inkml:trace>
  <inkml:annotation type="path"> 160 204 1, 168 155 1, 172 200 1</inkml:annotation>
  <inkml:annotation type="data">ADgcA4CABAAAAAAAHQJETAMMRP///wdQZkWIAkgUBQE4EfYaDUIKEgOC+r6wgvwB+Cfign8Nxfw3
GA==
</inkml:annotation>
  <inkml:annotation type="types">AAEB
</inkml:annotation>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11 13 1023, 11 11 1023, 12 13 1023, 13 16 1023,</inkml:trace>
  <inkml:annotation type="path"> 159 231 1, 162 201 1, 162 164 1, 185 190 1, 192 235 1</inkml:annotation>
  <inkml:annotation type="data">ADocA4CABAAAAAAAHQJITgMMRP///wdQZkWIAkgUBQE4EfYaDUIKFAWC+r60AIL8Bfgd4gCCfw3F
/DcY
</inkml:annotation>
  <inkml:annotation type="types">AAEBAQE=
</inkml:annotation>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11 20 1023, 10 10 1023, 10 12 1023, 12 26 1023,</inkml:trace>
  <inkml:annotation type="path"> 168 384 1, 157 305 1, 149 144 1, 149 182 1, 172 392 1</inkml:annotation>
  <inkml:annotation type="data">ADwcA4CABAAAAAAAHQJGbgMMRP///wdQZkWIAkgUBQE4EfYaDUIKFgWC+r67MIL8MfiXz9n2AIJ/
DcX8Nxg=
</inkml:annotation>
  <inkml:annotation type="types">AAEBAQE=
</inkml:annotation>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10 15 1023, 11 9 1023, 12 14 1023, 12 17 1023,</inkml:trace>
  <inkml:annotation type="path"> 149 253 1, 149 219 1, 157 136 1, 176 204 1, 179 256 1</inkml:annotation>
  <inkml:annotation type="data">ADscA4CABAAAAAAAHQJGVgMMRP///wdQZkWIAkgUBQE4EfYaDUIKFQWC+j6YoIL8Dfgvz9Wggn8N
xfw3GA==
</inkml:annotation>
  <inkml:annotation type="types">AAEBAQE=
</inkml:annotation>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11 22 1023, 10 10 1023, 10 14 1023, 10 24 1023,</inkml:trace>
  <inkml:annotation type="path"> 169 384 1, 165 324 1, 154 147 1, 154 207 1, 150 357 1</inkml:annotation>
  <inkml:annotation type="data">AD0cA4CABAAAAAAAHQJGbAMMRP///wdQZkWIAkgUBQE4EfYaDUIKFwWC+r67AIL8MfiH5fwJ8ACC
fw3F/DcY
</inkml:annotation>
  <inkml:annotation type="types">AAEBAQE=
</inkml:annotation>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11 22 1023, 12 12 1023, 12 10 1023, 13 15 1023, 13 23 1023,</inkml:trace>
  <inkml:annotation type="path"> 157 400 1, 165 329 1, 176 179 1, 184 149 1, 195 224 1, 199 340 1</inkml:annotation>
  <inkml:annotation type="data">ADwcA4CABAAAAAAAHQJIbgMMRP///wdQZkWIAkgUBQE4EfYaDUIKFgaC+r65ZYL8NfiX38nxcIJ/
DcX8Nxg=
</inkml:annotation>
  <inkml:annotation type="types">AAEBAQEB
</inkml:annotation>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10 20 1023, 11 9 1023, 11 11 1023, 11 15 1023, 11 25 1023,</inkml:trace>
  <inkml:annotation type="path"> 153 399 1, 156 305 1, 164 140 1, 171 170 1, 171 219 1, 160 372 1</inkml:annotation>
  <inkml:annotation type="data">ADwcA4CABAAAAAAAHQJGcAMMRP///wdQZkWIAkgUBQE4EfYaDUIKFgaC+j6ZQIL8Nfinz92fAIJ/
DcX8Nxg=
</inkml:annotation>
  <inkml:annotation type="types">AAEBAQEB
</inkml:annotation>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12 10 1023, 15 12 1023,</inkml:trace>
  <inkml:annotation type="path"> 169 185 1, 184 144 1, 225 182 1</inkml:annotation>
  <inkml:annotation type="data">ADccA4CABAAAAAAAHQJMSgMMRP///wdQZkWIAkgUBQE4EfYaDUIKEQOC+r6cgvs/APiCfw3F/DcY
</inkml:annotation>
  <inkml:annotation type="types">AAEB
</inkml:annotation>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4"/>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14 12 1023, 14 10 1023, 12 12 1023, 10 14 1023,</inkml:trace>
  <inkml:annotation type="path"> 217 219 1, 217 181 1, 206 148 1, 176 178 1, 157 215 1</inkml:annotation>
  <inkml:annotation type="data">ADscA4CABAAAAAAAHQJOTgMMRP///wdQZkWIAkgUBQE4EfYaDUIKFQWC/AH4BaCC/AX4JngAgn8N
xfw3GA==
</inkml:annotation>
  <inkml:annotation type="types">AAEBAQE=
</inkml:annotation>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56 16 1023, 53 15 1023, 47 12 1023, 42 10 1023, 37 10 1023, 24 10 1023, 21 11 1023, 14 14 1023, 11 15 1023, 9 17 1023,</inkml:trace>
  <inkml:annotation type="path"> 875 273 1, 838 243 1, 796 217 1, 710 176 1, 635 149 1, 556 149 1, 358 153 1, 309 164 1, 211 202 1, 170 228 1, 136 254 1</inkml:annotation>
  <inkml:annotation type="data">AEQcA4CABAAAAAAAHQPEAVgDDET///8HUGZFiAJIFAUBOBH2Gg1CCh0Lgvyx+Xb2Pl+jz4iC/BH4
NmzEzYCCfw3F/DcYAA==
</inkml:annotation>
  <inkml:annotation type="types">AAEBAQEBAQEBAQE=
</inkml:annotation>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53 14 1023, 51 13 1023, 46 11 1023, 44 10 1023, 39 10 1023, 24 11 1023, 21 11 1023, 18 12 1023, 13 15 1023, 11 16 1023,</inkml:trace>
  <inkml:annotation type="path"> 848 251 1, 792 210 1, 758 191 1, 683 161 1, 653 153 1, 582 150 1, 353 157 1, 308 165 1, 263 183 1, 188 225 1, 162 243 1</inkml:annotation>
  <inkml:annotation type="data">AEQcA4CABAAAAAAAHQO8AVQDDET///8HUGZFiAJIFAUBOBH2Gg1CCh0Lgvyt+X87zv0/Y3iC/A34
NyySzNCCfw3F/DcYAA==
</inkml:annotation>
  <inkml:annotation type="types">AAEBAQEBAQEBAQE=
</inkml:annotation>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30 11 1023, 26 11 1023, 24 11 1023, 17 11 1023,</inkml:trace>
  <inkml:annotation type="path"> 498 189 1, 449 167 1, 397 159 1, 367 159 1, 258 170 1</inkml:annotation>
  <inkml:annotation type="data">ADocA4CABAAAAAAAHQJ6RgMMRP///wdQZkWIAkgUBQE4EfYaDUIKFAWC/E34tuewgvu/AeCCfw3F
/DcY
</inkml:annotation>
  <inkml:annotation type="types">AAEBAQE=
</inkml:annotation>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37 12 1023, 35 11 1023, 30 10 1023, 28 10 1023, 16 10 1023, 13 11 1023, 10 12 1023,</inkml:trace>
  <inkml:annotation type="path"> 581 198 1, 551 179 1, 521 168 1, 454 149 1, 424 149 1, 244 153 1, 195 161 1, 146 176 1</inkml:annotation>
  <inkml:annotation type="data">AD8cA4CABAAAAAAAHQOOAUoDDET///8HUGZFiAJIFAUBOBH2Gg1CChgIgvxl+N3efT8wgvu/AJEA
gn8Nxfw3GAA=
</inkml:annotation>
  <inkml:annotation type="types">AAEBAQEBAQE=
</inkml:annotation>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25 12 1023, 22 11 1023, 20 10 1023, 17 10 1023, 12 11 1023, 10 12 1023, 8 13 1023,</inkml:trace>
  <inkml:annotation type="path"> 411 217 1, 370 179 1, 332 157 1, 302 149 1, 257 149 1, 186 161 1, 152 176 1, 115 198 1</inkml:annotation>
  <inkml:annotation type="data">AD4cA4CABAAAAAAAHQJ2TgMMRP///wdQZkWIAkgUBQE4EfYaDUIKGAiC/DX4fsu8AIL8BfgnEgCC
fw3F/DcYAA==
</inkml:annotation>
  <inkml:annotation type="types">AAEBAQEBAQE=
</inkml:annotation>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14 12 1023, 26 15 1023,</inkml:trace>
  <inkml:annotation type="path"> 164 164 1, 213 176 1, 386 221 1</inkml:annotation>
  <inkml:annotation type="data">ADccA4CABAAAAAAAHQJqTAMMRP///wdQZkWIAkgUBQE4EfYaDUIKEQOC+r5fmIL6vpyCfw3F/DcY
</inkml:annotation>
  <inkml:annotation type="types">AAEB
</inkml:annotation>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13 18 1023, 19 40 1023,</inkml:trace>
  <inkml:annotation type="path"> 166 166 1, 197 275 1, 290 605 1</inkml:annotation>
  <inkml:annotation type="data">ADkcA4CABAAAAAAAHQNYkAEDDET///8HUGZFiAJIFAUBOBH2Gg1CChIDgvq+fwCC+rz+AoJ/DcX8
Nxg=
</inkml:annotation>
  <inkml:annotation type="types">AAEB
</inkml:annotation>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13 11 1023, 15 12 1023,</inkml:trace>
  <inkml:annotation type="path"> 163 163 1, 191 169 1, 218 175 1</inkml:annotation>
  <inkml:annotation type="data">ADYcA4CABAAAAAAAHQJMRAMMRP///wdQZkWIAkgUBQE4EfYaDUIKEAOC+r5wgvq+uIJ/DcX8Nxg=
</inkml:annotation>
  <inkml:annotation type="types">AAEB
</inkml:annotation>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21 10 1023, 31 11 1023, 50 11 1023, 71 11 1023, 86 11 1023,</inkml:trace>
  <inkml:annotation type="path"> 149 149 1, 311 149 1, 468 157 1, 749 157 1, 1061 157 1, 1286 157 1</inkml:annotation>
  <inkml:annotation type="data">ADocA4CABAAAAAAAHQOMAkIDDET///8HUGZFiAJIFAUBOBH2Gg1CChMGgvol+bPhgvo+mUCCfw3F
/DcY
</inkml:annotation>
  <inkml:annotation type="types">AAEBAQEB
</inkml:annotation>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15 11 1023, 30 13 1023, 47 14 1023, 70 15 1023, 89 17 1023, 98 16 1023, 102 16 1023, 110 15 1023,</inkml:trace>
  <inkml:annotation type="path"> 159 159 1, 219 166 1, 444 189 1, 706 211 1, 1047 230 1, 1332 249 1, 1467 245 1, 1527 234 1, 1644 226 1</inkml:annotation>
  <inkml:annotation type="data">AEIcA4CABAAAAAAAHQPKAlIDDET///8HUGZFiAJIFAUBOBH2Gg1CChsJgvq+P6s+Dz9PvwCC+r68
qdlAgn8Nxfw3GAA=
</inkml:annotation>
  <inkml:annotation type="types">AAEBAQEBAQEB
</inkml:annotation>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21 13 1023, 34 13 1023, 48 13 1023, 71 14 1023, 91 15 1023, 101 14 1023, 106 13 1023, 113 12 1023, 125 11 1023, 135 10 1023, 143 10 1023, 157 11 1023,</inkml:trace>
  <inkml:annotation type="path"> 149 191 1, 307 191 1, 502 194 1, 716 198 1, 1064 206 1, 1368 217 1, 1514 209 1, 1593 191 1, 1694 183 1, 1867 164 1, 2017 149 1, 2137 149 1, 2354 157 1</inkml:annotation>
  <inkml:annotation type="data">AEIcA4CABAAAAAAAHQPKA04DDET///8HUGZFiAJIFAUBOBH2Gg1CChsNgvomT5u/T7z1u/AAgvu+
8jQkgn8Nxfw3GAA=
</inkml:annotation>
  <inkml:annotation type="types">AAEBAQEBAQEBAQEBAQ==
</inkml:annotation>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18 32 1023, 43 29 1023, 64 25 1023, 74 24 1023, 86 22 1023, 92 20 1023, 104 18 1023, 121 15 1023,</inkml:trace>
  <inkml:annotation type="path"> 157 484 1, 277 473 1, 644 431 1, 963 379 1, 1117 360 1, 1285 330 1, 1375 304 1, 1555 263 1, 1822 229 1</inkml:annotation>
  <inkml:annotation type="data">AEMcA4CABAAAAAAAHQPqAngDDET///8HUGZFiAJIFAUBOBH2Gg1CChwJgvo38Defrz4fg9CC/En4
l7eUoIJ/DcX8NxgA
</inkml:annotation>
  <inkml:annotation type="types">AAEBAQEBAQEB
</inkml:annotation>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23 21 1023, 35 21 1023, 50 21 1023, 64 21 1023, 78 20 1023, 91 20 1023, 108 17 1023, 120 14 1023, 125 14 1023, 138 12 1023, 141 13 1023, 147 12 1023, 151 12 1023, 153 11 1023,</inkml:trace>
  <inkml:annotation type="path"> 149 320 1, 337 320 1, 528 320 1, 746 320 1, 956 316 1, 1166 305 1, 1368 294 1, 1612 252 1, 1803 211 1, 1874 207 1, 2069 185 1, 2111 189 1, 2204 185 1, 2261 177 1, 2291 166 1</inkml:annotation>
  <inkml:annotation type="data">AEccA4CABAAAAAAAHQO+A14DDET///8HUGZFiAJIFAUBOBH2Gg1CCiAPgvo5eVfHv4/k+nm6gvwd
+DxZ1zebKIJ/DcX8NxgAAA==
</inkml:annotation>
  <inkml:annotation type="types">AAEBAQEBAQEBAQEBAQEB
</inkml:annotation>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55 19 1023, 44 17 1023, 26 14 1023,</inkml:trace>
  <inkml:annotation type="path"> 891 290 1, 831 279 1, 662 253 1, 384 208 1</inkml:annotation>
  <inkml:annotation type="data">AD0cA4CABAAAAAAAHQPAAVQDDET///8HUGZFiAJIFAUBOBH2Gg1CChYEgvy1+Y/j+MCC/BX4L2iC
fw3F/DcY
</inkml:annotation>
  <inkml:annotation type="types">AAEBAQ==
</inkml:annotation>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23 11 1023, 39 12 1023, 53 12 1023, 66 13 1023, 78 13 1023, 89 13 1023, 101 12 1023, 112 12 1023, 122 12 1023, 126 11 1023, 137 10 1023, 139 10 1023,</inkml:trace>
  <inkml:annotation type="path"> 153 157 1, 340 164 1, 591 179 1, 790 183 1, 989 187 1, 1169 187 1, 1338 187 1, 1514 183 1, 1686 179 1, 1836 172 1, 1889 164 1, 2050 149 1, 2080 149 1</inkml:annotation>
  <inkml:annotation type="data">AEEcA4CABAAAAAAAHQOYA0gDDET///8HUGZFiAJIFAUBOBH2Gg1CChoNgvo5zbbLfh+L54L6vrll
WKiCfw3F/DcYAA==
</inkml:annotation>
  <inkml:annotation type="types">AAEBAQEBAQEBAQEBAQ==
</inkml:annotation>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21 13 1023, 38 13 1023, 51 13 1023,</inkml:trace>
  <inkml:annotation type="path"> 151 204 1, 320 200 1, 564 196 1, 770 189 1</inkml:annotation>
  <inkml:annotation type="data">ADocA4CABAAAAAAAHQOwAUYDDET///8HUGZFiAJIFAUBOBH2Gg1CChMEgvonweSC/AH4DgCCfw3F
/DcY
</inkml:annotation>
  <inkml:annotation type="types">AAEBAQ==
</inkml:annotation>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61 13 1023, 45 15 1023, 33 17 1023, 20 19 1023, 9 21 1023,</inkml:trace>
  <inkml:annotation type="path"> 1070 161 1, 912 187 1, 669 225 1, 489 251 1, 301 281 1, 129 307 1</inkml:annotation>
  <inkml:annotation type="data">ADscA4CABAAAAAAAHQPqAVwDDET///8HUGZFiAJIFAUBOBH2Gg1CChQGgvzl+h/h8XCC+r5wgn8N
xfw3GA==
</inkml:annotation>
  <inkml:annotation type="types">AAEBAQEB
</inkml:annotation>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22 14 1023, 34 13 1023, 49 12 1023, 52 12 1023,</inkml:trace>
  <inkml:annotation type="path"> 156 225 1, 329 210 1, 505 195 1, 734 180 1, 775 173 1</inkml:annotation>
  <inkml:annotation type="data">ADocA4CABAAAAAAAHQOwAUwDDET///8HUGZFiAJIFAUBOBH2Gg1CChMFgvoxz7SC/AX4FICCfw3F
/DcY
</inkml:annotation>
  <inkml:annotation type="types">AAEBAQE=
</inkml:annotation>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20 10 1023, 35 10 1023, 47 11 1023, 60 11 1023, 70 11 1023,</inkml:trace>
  <inkml:annotation type="path"> 149 149 1, 303 149 1, 521 153 1, 701 161 1, 892 161 1, 1053 161 1</inkml:annotation>
  <inkml:annotation type="data">ADkcA4CABAAAAAAAHQPiAUQDDET///8HUGZFiAJIFAUBOBH2Gg1CChIGgvoeuzqC+j6UoIJ/DcX8
Nxg=
</inkml:annotation>
  <inkml:annotation type="types">AAEBAQEB
</inkml:annotation>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25 11 1023, 38 11 1023, 50 11 1023, 69 10 1023,</inkml:trace>
  <inkml:annotation type="path"> 149 168 1, 367 168 1, 569 164 1, 749 164 1, 1038 153 1</inkml:annotation>
  <inkml:annotation type="data">ADocA4CABAAAAAAAHQPgAUQDDET///8HUGZFiAJIFAUBOBH2Gg1CChMFgvo9bfiAgvq+soCCfw3F
/DcY
</inkml:annotation>
  <inkml:annotation type="types">AAEBAQE=
</inkml:annotation>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20 10 1023, 34 10 1023, 47 10 1023, 64 10 1023, 84 10 1023,</inkml:trace>
  <inkml:annotation type="path"> 149 154 1, 303 154 1, 502 154 1, 704 154 1, 963 154 1, 1256 150 1</inkml:annotation>
  <inkml:annotation type="data">ADkcA4CABAAAAAAAHQOGAkIDDET///8HUGZFiAJIFAUBOBH2Gg1CChIGgvoeL44Agvo+kIJ/DcX8
Nxg=
</inkml:annotation>
  <inkml:annotation type="types">AAEBAQEB
</inkml:annotation>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25 11 1023, 50 11 1023, 68 11 1023, 81 10 1023,</inkml:trace>
  <inkml:annotation type="path"> 155 179 1, 380 164 1, 755 157 1, 1025 157 1, 1216 149 1</inkml:annotation>
  <inkml:annotation type="data">ADscA4CABAAAAAAAHQOAAkYDDET///8HUGZFiAJIFAUBOBH2Gg1CChQFgvo9fR8fsIL7Pviggn8N
xfw3GA==
</inkml:annotation>
  <inkml:annotation type="types">AAEBAQE=
</inkml:annotation>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21 11 1023, 32 11 1023, 49 11 1023, 63 10 1023,</inkml:trace>
  <inkml:annotation type="path"> 149 167 1, 318 167 1, 483 167 1, 727 163 1, 944 152 1</inkml:annotation>
  <inkml:annotation type="data">ADkcA4CABAAAAAAAHQPOAUQDDET///8HUGZFiAJIFAUBOBH2Gg1CChIFgvoj4OiC+r6ygIJ/DcX8
Nxg=
</inkml:annotation>
  <inkml:annotation type="types">AAEBAQE=
</inkml:annotation>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22 10 1023, 35 10 1023, 55 10 1023, 72 10 1023,</inkml:trace>
  <inkml:annotation type="path"> 149 149 1, 329 149 1, 524 149 1, 817 149 1, 1083 149 1</inkml:annotation>
  <inkml:annotation type="data">ADgcA4CABAAAAAAAHQPoAUIDDET///8HUGZFiAJIFAUBOBH2Gg1CChEFgvoyfF2C+j6Qgn8Nxfw3
GA==
</inkml:annotation>
  <inkml:annotation type="types">AAEBAQE=
</inkml:annotation>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26 10 1023, 38 10 1023, 57 10 1023, 70 10 1023,</inkml:trace>
  <inkml:annotation type="path"> 149 153 1, 382 153 1, 569 153 1, 851 153 1, 1053 149 1</inkml:annotation>
  <inkml:annotation type="data">ADocA4CABAAAAAAAHQPiAUIDDET///8HUGZFiAJIFAUBOBH2Gg1CChMFgvo+Dz8XwoL6PpCCfw3F
/DcY
</inkml:annotation>
  <inkml:annotation type="types">AAEBAQE=
</inkml:annotation>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22 10 1023, 39 10 1023, 56 10 1023, 67 10 1023, 78 10 1023,</inkml:trace>
  <inkml:annotation type="path"> 149 149 1, 322 149 1, 584 149 1, 839 149 1, 1008 149 1, 1169 149 1</inkml:annotation>
  <inkml:annotation type="data">ADkcA4CABAAAAAAAHQP2AUIDDET///8HUGZFiAJIFAUBOBH2Gg1CChIGgvoz0+EAgvo+kIJ/DcX8
Nxg=
</inkml:annotation>
  <inkml:annotation type="types">AAEBAQEB
</inkml:annotation>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24 14 1023, 34 13 1023, 55 12 1023, 66 11 1023, 77 10 1023,</inkml:trace>
  <inkml:annotation type="path"> 149 205 1, 356 205 1, 509 201 1, 821 183 1, 993 168 1, 1154 156 1</inkml:annotation>
  <inkml:annotation type="data">ADwcA4CABAAAAAAAHQP0AUwDDET///8HUGZFiAJIFAUBOBH2Gg1CChUGgvo8efq+kIL8AfgGgIJ/
DcX8Nxg=
</inkml:annotation>
  <inkml:annotation type="types">AAEBAQEB
</inkml:annotation>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22 11 1023, 37 11 1023, 59 11 1023, 71 11 1023,</inkml:trace>
  <inkml:annotation type="path"> 149 165 1, 329 165 1, 554 165 1, 884 161 1, 1057 158 1</inkml:annotation>
  <inkml:annotation type="data">ADkcA4CABAAAAAAAHQPiAUIDDET///8HUGZFiAJIFAUBOBH2Gg1CChIFgvoznxfSgvq+sIJ/DcX8
Nxg=
</inkml:annotation>
  <inkml:annotation type="types">AAEBAQE=
</inkml:annotation>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21 11 1023, 36 11 1023, 56 11 1023, 66 11 1023, 77 10 1023,</inkml:trace>
  <inkml:annotation type="path"> 149 164 1, 307 164 1, 543 164 1, 832 161 1, 993 161 1, 1154 153 1</inkml:annotation>
  <inkml:annotation type="data">ADocA4CABAAAAAAAHQP0AUQDDET///8HUGZFiAJIFAUBOBH2Gg1CChMGgvonj19Mgvq+sUCCfw3F
/DcY
</inkml:annotation>
  <inkml:annotation type="types">AAEBAQEB
</inkml:annotation>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27 10 1023, 38 10 1023, 49 10 1023,</inkml:trace>
  <inkml:annotation type="path"> 149 157 1, 401 157 1, 569 157 1, 731 153 1</inkml:annotation>
  <inkml:annotation type="data">ADgcA4CABAAAAAAAHQOoAUIDDET///8HUGZFiAJIFAUBOBH2Gg1CChEEgvo+L4SC+j6Qgn8Nxfw3
GA==
</inkml:annotation>
  <inkml:annotation type="types">AAEBAQ==
</inkml:annotation>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26 11 1023, 38 11 1023, 53 10 1023,</inkml:trace>
  <inkml:annotation type="path"> 151 161 1, 387 157 1, 575 157 1, 788 149 1</inkml:annotation>
  <inkml:annotation type="data">ADgcA4CABAAAAAAAHQO0AUQDDET///8HUGZFiAJIFAUBOBH2Gg1CChEEgvo+DzyC+r61gn8Nxfw3
GA==
</inkml:annotation>
  <inkml:annotation type="types">AAEBAQ==
</inkml:annotation>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27 12 1023, 37 11 1023, 49 11 1023,</inkml:trace>
  <inkml:annotation type="path"> 149 176 1, 397 176 1, 551 172 1, 734 164 1</inkml:annotation>
  <inkml:annotation type="data">ADocA4CABAAAAAAAHQOqAUQDDET///8HUGZFiAJIFAUBOBH2Gg1CChMEgvo+L48Agvs+2wCCfw3F
/DcY
</inkml:annotation>
  <inkml:annotation type="types">AAEBAQ==
</inkml:annotation>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25 10 1023, 39 10 1023,</inkml:trace>
  <inkml:annotation type="path"> 149 149 1, 378 149 1, 581 149 1</inkml:annotation>
  <inkml:annotation type="data">ADccA4CABAAAAAAAHQOOAUIDDET///8HUGZFiAJIFAUBOBH2Gg1CChADgvo9UIL6PpCCfw3F/DcY
</inkml:annotation>
  <inkml:annotation type="types">AAEB
</inkml:annotation>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11 18 1023, 14 38 1023,</inkml:trace>
  <inkml:annotation type="path"> 158 158 1, 172 270 1, 207 563 1</inkml:annotation>
  <inkml:annotation type="data">ADkcA4CABAAAAAAAHQNKigEDDET///8HUGZFiAJIFAUBOBH2Gg1CChIDgvq+vgCC+rz9wIJ/DcX8
Nxg=
</inkml:annotation>
  <inkml:annotation type="types">AAEB
</inkml:annotation>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11 18 1023, 11 41 1023,</inkml:trace>
  <inkml:annotation type="path"> 153 153 1, 157 265 1, 171 618 1</inkml:annotation>
  <inkml:annotation type="data">ADgcA4CABAAAAAAAHQNGlAEDDET///8HUGZFiAJIFAUBOBH2Gg1CChEDgvo+eoL6N/AQgn8Nxfw3
GA==
</inkml:annotation>
  <inkml:annotation type="types">AAEB
</inkml:annotation>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12 14 1023, 15 10 1023, 15 13 1023,</inkml:trace>
  <inkml:annotation type="path"> 170 249 1, 185 211 1, 222 147 1, 222 192 1</inkml:annotation>
  <inkml:annotation type="data">ADocA4CABAAAAAAAHQJKVAMMRP///wdQZkWIAkgUBQE4EfYaDUIKFASC+r6c6IL8Dfg2/ECCfw3F
/DcY
</inkml:annotation>
  <inkml:annotation type="types">AAEBAQ==
</inkml:annotation>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12 13 1023, 13 11 1023,</inkml:trace>
  <inkml:annotation type="path"> 171 220 1, 185 195 1, 199 171 1</inkml:annotation>
  <inkml:annotation type="data">ADccA4CABAAAAAAAHQJGSgMMRP///wdQZkWIAkgUBQE4EfYaDUIKEQOC+r6QgvwF+ByCfw3F/DcY
</inkml:annotation>
  <inkml:annotation type="types">AAEB
</inkml:annotation>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11 12 1023, 11 11 1023,</inkml:trace>
  <inkml:annotation type="path"> 158 214 1, 161 186 1, 164 158 1</inkml:annotation>
  <inkml:annotation type="data">ADgcA4CABAAAAAAAHQJCTAMMRP///wdQZkWIAkgUBQE4EfYaDUIKEgOC+r6wgvwB+BYAgn8Nxfw3
GA==
</inkml:annotation>
  <inkml:annotation type="types">AAEB
</inkml:annotation>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11 18 1023, 11 37 1023,</inkml:trace>
  <inkml:annotation type="path"> 153 153 1, 158 266 1, 172 558 1</inkml:annotation>
  <inkml:annotation type="data">ADccA4CABAAAAAAAHQNGigEDDET///8HUGZFiAJIFAUBOBH2Gg1CChADgvo+eoL6N+qCfw3F/DcY
</inkml:annotation>
  <inkml:annotation type="types">AAEB
</inkml:annotation>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12 10 1023, 12 12 1023, 11 18 1023,</inkml:trace>
  <inkml:annotation type="path"> 165 178 1, 173 148 1, 173 186 1, 165 264 1</inkml:annotation>
  <inkml:annotation type="data">ADkcA4CABAAAAAAAHQJEVgMMRP///wdQZkWIAkgUBQE4EfYaDUIKEwSC+r6bQIL7PwD48IJ/DcX8
Nxg=
</inkml:annotation>
  <inkml:annotation type="types">AAEBAQ==
</inkml:annotation>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10 16 1023, 11 10 1023, 12 13 1023, 13 16 1023,</inkml:trace>
  <inkml:annotation type="path"> 149 277 1, 149 247 1, 164 157 1, 179 198 1, 187 235 1</inkml:annotation>
  <inkml:annotation type="data">ADocA4CABAAAAAAAHQJIWAMMRP///wdQZkWIAkgUBQE4EfYaDUIKFAWC+j6YAIL8Efg3z8yCfw3F
/DcY
</inkml:annotation>
  <inkml:annotation type="types">AAEBAQE=
</inkml:annotation>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trace contextRef="#ctx0" brushRef="#br0"> 10 7 1023, 10 10 1023,</inkml:trace>
  <inkml:annotation type="path"> 149 134 1, 149 104 1, 149 149 1</inkml:annotation>
  <inkml:annotation type="data">ADccA4CABAAAAAAAHQJCSgMMRP///wdQZkWIAkgUBQE4EfYaDUIKEQOC+j6Qgvm+v0CCfw3F/DcY
</inkml:annotation>
  <inkml:annotation type="types">AAEB
</inkml:annotation>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1023" units="dev"/>
        </inkml:traceFormat>
        <inkml:channelProperties>
          <inkml:channelProperty channel="X" name="resolution" value="1000" units="1/cm"/>
          <inkml:channelProperty channel="Y" name="resolution" value="1000" units="1/cm"/>
          <inkml:channelProperty channel="F" name="resolution" value="1" units="1/dev"/>
        </inkml:channelProperties>
      </inkml:inkSource>
      <inkml:timestamp xml:id="ts0" timeString="2026-07-18T13:04:55"/>
    </inkml:context>
    <inkml:brush xml:id="br0">
      <inkml:brushProperty name="width" value="0.26454625" units="cm"/>
      <inkml:brushProperty name="height" value="0.26454625" units="cm"/>
      <inkml:brushProperty name="fitToCurve" value="1"/>
      <inkml:brushProperty name="color" value="#ffffff"/>
      <inkml:brushProperty name="transparency" value="153"/>
    </inkml:brush>
  </inkml:definitions>
  <inkml:annotation type="path"> 164 164 1, 184 184 1, 204 204 1</inkml:annotation>
  <inkml:annotation type="data">ACwcA4CABAAAAAAAHQJKSgMMRP///wdQZkWIAkgUEfYaDUIKCQOC+r6Ygvq+mA==
</inkml:annotation>
  <inkml:annotation type="types">AAEB
</inkml:annotation>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2"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3"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7/18/2026</a:t>
            </a:fld>
            <a:endParaRPr lang="zh-CN" altLang="en-US" sz="1200">
              <a:latin typeface="Calibri" pitchFamily="0" charset="0"/>
              <a:ea typeface="等线" pitchFamily="0" charset="0"/>
              <a:cs typeface="Calibri" pitchFamily="0" charset="0"/>
            </a:endParaRPr>
          </a:p>
        </p:txBody>
      </p:sp>
      <p:sp>
        <p:nvSpPr>
          <p:cNvPr id="4" name="Object"/>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5" name="Text box"/>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Text box"/>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2055838655"/>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17"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8"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9"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1</a:t>
            </a:fld>
            <a:endParaRPr lang="zh-CN" altLang="en-US"/>
          </a:p>
        </p:txBody>
      </p:sp>
    </p:spTree>
    <p:extLst>
      <p:ext uri="{BB962C8B-B14F-4D97-AF65-F5344CB8AC3E}">
        <p14:creationId xmlns:p14="http://schemas.microsoft.com/office/powerpoint/2010/main" val="84010198"/>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33"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5"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2</a:t>
            </a:fld>
            <a:endParaRPr lang="zh-CN" altLang="en-US"/>
          </a:p>
        </p:txBody>
      </p:sp>
    </p:spTree>
    <p:extLst>
      <p:ext uri="{BB962C8B-B14F-4D97-AF65-F5344CB8AC3E}">
        <p14:creationId xmlns:p14="http://schemas.microsoft.com/office/powerpoint/2010/main" val="1887345390"/>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53"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5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5"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3</a:t>
            </a:fld>
            <a:endParaRPr lang="zh-CN" altLang="en-US"/>
          </a:p>
        </p:txBody>
      </p:sp>
    </p:spTree>
    <p:extLst>
      <p:ext uri="{BB962C8B-B14F-4D97-AF65-F5344CB8AC3E}">
        <p14:creationId xmlns:p14="http://schemas.microsoft.com/office/powerpoint/2010/main" val="2111203004"/>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66"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67"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68"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4</a:t>
            </a:fld>
            <a:endParaRPr lang="zh-CN" altLang="en-US"/>
          </a:p>
        </p:txBody>
      </p:sp>
    </p:spTree>
    <p:extLst>
      <p:ext uri="{BB962C8B-B14F-4D97-AF65-F5344CB8AC3E}">
        <p14:creationId xmlns:p14="http://schemas.microsoft.com/office/powerpoint/2010/main" val="962750033"/>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95"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96"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97"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5</a:t>
            </a:fld>
            <a:endParaRPr lang="zh-CN" altLang="en-US"/>
          </a:p>
        </p:txBody>
      </p:sp>
    </p:spTree>
    <p:extLst>
      <p:ext uri="{BB962C8B-B14F-4D97-AF65-F5344CB8AC3E}">
        <p14:creationId xmlns:p14="http://schemas.microsoft.com/office/powerpoint/2010/main" val="565180404"/>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18"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19"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20"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6</a:t>
            </a:fld>
            <a:endParaRPr lang="zh-CN" altLang="en-US"/>
          </a:p>
        </p:txBody>
      </p:sp>
    </p:spTree>
    <p:extLst>
      <p:ext uri="{BB962C8B-B14F-4D97-AF65-F5344CB8AC3E}">
        <p14:creationId xmlns:p14="http://schemas.microsoft.com/office/powerpoint/2010/main" val="875856231"/>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41"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42"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43" name="Text box"/>
          <p:cNvSpPr>
            <a:spLocks noGrp="1"/>
          </p:cNvSpPr>
          <p:nvPr>
            <p:ph type="sldNum" idx="10"/>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宋体" pitchFamily="0" charset="0"/>
                <a:cs typeface="Lucida Sans"/>
              </a:rPr>
              <a:t>7</a:t>
            </a:fld>
            <a:endParaRPr lang="zh-CN" altLang="en-US"/>
          </a:p>
        </p:txBody>
      </p:sp>
    </p:spTree>
    <p:extLst>
      <p:ext uri="{BB962C8B-B14F-4D97-AF65-F5344CB8AC3E}">
        <p14:creationId xmlns:p14="http://schemas.microsoft.com/office/powerpoint/2010/main" val="1402860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1.png"/></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685800" y="1597818"/>
            <a:ext cx="7772400" cy="1102518"/>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486217790"/>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29417138"/>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042295635"/>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60371813"/>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91359166"/>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62842073"/>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946854"/>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4140522"/>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604060431"/>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59163282"/>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80555324"/>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spTree>
      <p:nvGrpSpPr>
        <p:cNvPr id="1" name=""/>
        <p:cNvGrpSpPr/>
        <p:nvPr/>
      </p:nvGrpSpPr>
      <p:grpSpPr>
        <a:xfrm>
          <a:off x="0" y="0"/>
          <a:ext cx="0" cy="0"/>
          <a:chOff x="0" y="0"/>
          <a:chExt cx="0" cy="0"/>
        </a:xfrm>
      </p:grpSpPr>
      <p:sp>
        <p:nvSpPr>
          <p:cNvPr id="8" name="Rectangle"/>
          <p:cNvSpPr>
            <a:spLocks/>
          </p:cNvSpPr>
          <p:nvPr/>
        </p:nvSpPr>
        <p:spPr>
          <a:xfrm rot="0">
            <a:off x="0" y="0"/>
            <a:ext cx="9144000" cy="5143500"/>
          </a:xfrm>
          <a:prstGeom prst="rect"/>
          <a:solidFill>
            <a:srgbClr val="ECECF3"/>
          </a:solidFill>
          <a:ln w="12700" cmpd="sng" cap="flat">
            <a:noFill/>
            <a:prstDash val="solid"/>
            <a:miter/>
          </a:ln>
        </p:spPr>
      </p:sp>
      <p:sp>
        <p:nvSpPr>
          <p:cNvPr id="9" name="Rectangle"/>
          <p:cNvSpPr>
            <a:spLocks/>
          </p:cNvSpPr>
          <p:nvPr/>
        </p:nvSpPr>
        <p:spPr>
          <a:xfrm rot="0">
            <a:off x="0" y="0"/>
            <a:ext cx="9144000" cy="5143500"/>
          </a:xfrm>
          <a:prstGeom prst="rect"/>
          <a:solidFill>
            <a:srgbClr val="FFFFFF">
              <a:alpha val="95000"/>
            </a:srgbClr>
          </a:solidFill>
          <a:ln w="12700" cmpd="sng" cap="flat">
            <a:noFill/>
            <a:prstDash val="solid"/>
            <a:miter/>
          </a:ln>
        </p:spPr>
      </p:sp>
      <p:pic>
        <p:nvPicPr>
          <p:cNvPr id="10" name="Image" descr="preencoded.png">
            <a:hlinkClick r:id="rId2"/>
          </p:cNvPr>
          <p:cNvPicPr>
            <a:picLocks noChangeAspect="1"/>
          </p:cNvPicPr>
          <p:nvPr/>
        </p:nvPicPr>
        <p:blipFill>
          <a:blip r:embed="rId3" cstate="print"/>
          <a:stretch>
            <a:fillRect/>
          </a:stretch>
        </p:blipFill>
        <p:spPr>
          <a:xfrm rot="0">
            <a:off x="8029179" y="4844491"/>
            <a:ext cx="1071842" cy="256032"/>
          </a:xfrm>
          <a:prstGeom prst="rect"/>
          <a:noFill/>
          <a:ln w="12700" cmpd="sng" cap="flat">
            <a:noFill/>
            <a:prstDash val="solid"/>
            <a:miter/>
          </a:ln>
        </p:spPr>
      </p:pic>
    </p:spTree>
    <p:extLst>
      <p:ext uri="{BB962C8B-B14F-4D97-AF65-F5344CB8AC3E}">
        <p14:creationId xmlns:p14="http://schemas.microsoft.com/office/powerpoint/2010/main" val="1397724878"/>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5397635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customXml" Target="../ink/ink1.xml"/><Relationship Id="rId2" Type="http://schemas.openxmlformats.org/officeDocument/2006/relationships/customXml" Target="../ink/ink2.xml"/><Relationship Id="rId3" Type="http://schemas.openxmlformats.org/officeDocument/2006/relationships/customXml" Target="../ink/ink3.xml"/><Relationship Id="rId4" Type="http://schemas.openxmlformats.org/officeDocument/2006/relationships/customXml" Target="../ink/ink4.xml"/><Relationship Id="rId5" Type="http://schemas.openxmlformats.org/officeDocument/2006/relationships/customXml" Target="../ink/ink5.xml"/><Relationship Id="rId6" Type="http://schemas.openxmlformats.org/officeDocument/2006/relationships/customXml" Target="../ink/ink6.xml"/><Relationship Id="rId7" Type="http://schemas.openxmlformats.org/officeDocument/2006/relationships/customXml" Target="../ink/ink7.xml"/><Relationship Id="rId8" Type="http://schemas.openxmlformats.org/officeDocument/2006/relationships/customXml" Target="../ink/ink8.xml"/><Relationship Id="rId9" Type="http://schemas.openxmlformats.org/officeDocument/2006/relationships/customXml" Target="../ink/ink9.xml"/><Relationship Id="rId10" Type="http://schemas.openxmlformats.org/officeDocument/2006/relationships/customXml" Target="../ink/ink10.xml"/><Relationship Id="rId11" Type="http://schemas.openxmlformats.org/officeDocument/2006/relationships/customXml" Target="../ink/ink11.xml"/><Relationship Id="rId12" Type="http://schemas.openxmlformats.org/officeDocument/2006/relationships/customXml" Target="../ink/ink12.xml"/><Relationship Id="rId13" Type="http://schemas.openxmlformats.org/officeDocument/2006/relationships/customXml" Target="../ink/ink13.xml"/><Relationship Id="rId14" Type="http://schemas.openxmlformats.org/officeDocument/2006/relationships/customXml" Target="../ink/ink14.xml"/><Relationship Id="rId15" Type="http://schemas.openxmlformats.org/officeDocument/2006/relationships/customXml" Target="../ink/ink15.xml"/><Relationship Id="rId16" Type="http://schemas.openxmlformats.org/officeDocument/2006/relationships/customXml" Target="../ink/ink16.xml"/><Relationship Id="rId17" Type="http://schemas.openxmlformats.org/officeDocument/2006/relationships/customXml" Target="../ink/ink17.xml"/><Relationship Id="rId18" Type="http://schemas.openxmlformats.org/officeDocument/2006/relationships/customXml" Target="../ink/ink18.xml"/><Relationship Id="rId19" Type="http://schemas.openxmlformats.org/officeDocument/2006/relationships/customXml" Target="../ink/ink19.xml"/><Relationship Id="rId20" Type="http://schemas.openxmlformats.org/officeDocument/2006/relationships/customXml" Target="../ink/ink20.xml"/><Relationship Id="rId21" Type="http://schemas.openxmlformats.org/officeDocument/2006/relationships/customXml" Target="../ink/ink21.xml"/><Relationship Id="rId22" Type="http://schemas.openxmlformats.org/officeDocument/2006/relationships/customXml" Target="../ink/ink22.xml"/><Relationship Id="rId23" Type="http://schemas.openxmlformats.org/officeDocument/2006/relationships/customXml" Target="../ink/ink23.xml"/><Relationship Id="rId24" Type="http://schemas.openxmlformats.org/officeDocument/2006/relationships/customXml" Target="../ink/ink24.xml"/><Relationship Id="rId25" Type="http://schemas.openxmlformats.org/officeDocument/2006/relationships/customXml" Target="../ink/ink25.xml"/><Relationship Id="rId26" Type="http://schemas.openxmlformats.org/officeDocument/2006/relationships/customXml" Target="../ink/ink26.xml"/><Relationship Id="rId27" Type="http://schemas.openxmlformats.org/officeDocument/2006/relationships/customXml" Target="../ink/ink27.xml"/><Relationship Id="rId28" Type="http://schemas.openxmlformats.org/officeDocument/2006/relationships/customXml" Target="../ink/ink28.xml"/><Relationship Id="rId29" Type="http://schemas.openxmlformats.org/officeDocument/2006/relationships/customXml" Target="../ink/ink29.xml"/><Relationship Id="rId30" Type="http://schemas.openxmlformats.org/officeDocument/2006/relationships/customXml" Target="../ink/ink30.xml"/><Relationship Id="rId31" Type="http://schemas.openxmlformats.org/officeDocument/2006/relationships/customXml" Target="../ink/ink31.xml"/><Relationship Id="rId32" Type="http://schemas.openxmlformats.org/officeDocument/2006/relationships/customXml" Target="../ink/ink32.xml"/><Relationship Id="rId33" Type="http://schemas.openxmlformats.org/officeDocument/2006/relationships/customXml" Target="../ink/ink33.xml"/><Relationship Id="rId34" Type="http://schemas.openxmlformats.org/officeDocument/2006/relationships/customXml" Target="../ink/ink34.xml"/><Relationship Id="rId35" Type="http://schemas.openxmlformats.org/officeDocument/2006/relationships/customXml" Target="../ink/ink35.xml"/><Relationship Id="rId36" Type="http://schemas.openxmlformats.org/officeDocument/2006/relationships/customXml" Target="../ink/ink36.xml"/><Relationship Id="rId37" Type="http://schemas.openxmlformats.org/officeDocument/2006/relationships/customXml" Target="../ink/ink37.xml"/><Relationship Id="rId38" Type="http://schemas.openxmlformats.org/officeDocument/2006/relationships/customXml" Target="../ink/ink38.xml"/><Relationship Id="rId39" Type="http://schemas.openxmlformats.org/officeDocument/2006/relationships/customXml" Target="../ink/ink39.xml"/><Relationship Id="rId40" Type="http://schemas.openxmlformats.org/officeDocument/2006/relationships/customXml" Target="../ink/ink40.xml"/><Relationship Id="rId41" Type="http://schemas.openxmlformats.org/officeDocument/2006/relationships/customXml" Target="../ink/ink41.xml"/><Relationship Id="rId42" Type="http://schemas.openxmlformats.org/officeDocument/2006/relationships/customXml" Target="../ink/ink42.xml"/><Relationship Id="rId43" Type="http://schemas.openxmlformats.org/officeDocument/2006/relationships/customXml" Target="../ink/ink43.xml"/><Relationship Id="rId44" Type="http://schemas.openxmlformats.org/officeDocument/2006/relationships/customXml" Target="../ink/ink44.xml"/><Relationship Id="rId45" Type="http://schemas.openxmlformats.org/officeDocument/2006/relationships/customXml" Target="../ink/ink45.xml"/><Relationship Id="rId46" Type="http://schemas.openxmlformats.org/officeDocument/2006/relationships/customXml" Target="../ink/ink46.xml"/><Relationship Id="rId47" Type="http://schemas.openxmlformats.org/officeDocument/2006/relationships/customXml" Target="../ink/ink47.xml"/><Relationship Id="rId48" Type="http://schemas.openxmlformats.org/officeDocument/2006/relationships/customXml" Target="../ink/ink48.xml"/><Relationship Id="rId49" Type="http://schemas.openxmlformats.org/officeDocument/2006/relationships/customXml" Target="../ink/ink49.xml"/><Relationship Id="rId50" Type="http://schemas.openxmlformats.org/officeDocument/2006/relationships/customXml" Target="../ink/ink50.xml"/><Relationship Id="rId51" Type="http://schemas.openxmlformats.org/officeDocument/2006/relationships/customXml" Target="../ink/ink51.xml"/><Relationship Id="rId52" Type="http://schemas.openxmlformats.org/officeDocument/2006/relationships/customXml" Target="../ink/ink52.xml"/><Relationship Id="rId53" Type="http://schemas.openxmlformats.org/officeDocument/2006/relationships/customXml" Target="../ink/ink53.xml"/><Relationship Id="rId54" Type="http://schemas.openxmlformats.org/officeDocument/2006/relationships/customXml" Target="../ink/ink54.xml"/><Relationship Id="rId55" Type="http://schemas.openxmlformats.org/officeDocument/2006/relationships/customXml" Target="../ink/ink55.xml"/><Relationship Id="rId56" Type="http://schemas.openxmlformats.org/officeDocument/2006/relationships/customXml" Target="../ink/ink56.xml"/><Relationship Id="rId57" Type="http://schemas.openxmlformats.org/officeDocument/2006/relationships/customXml" Target="../ink/ink57.xml"/><Relationship Id="rId58" Type="http://schemas.openxmlformats.org/officeDocument/2006/relationships/customXml" Target="../ink/ink58.xml"/><Relationship Id="rId59" Type="http://schemas.openxmlformats.org/officeDocument/2006/relationships/customXml" Target="../ink/ink59.xml"/><Relationship Id="rId60" Type="http://schemas.openxmlformats.org/officeDocument/2006/relationships/customXml" Target="../ink/ink60.xml"/><Relationship Id="rId61" Type="http://schemas.openxmlformats.org/officeDocument/2006/relationships/customXml" Target="../ink/ink61.xml"/><Relationship Id="rId62" Type="http://schemas.openxmlformats.org/officeDocument/2006/relationships/customXml" Target="../ink/ink62.xml"/><Relationship Id="rId63" Type="http://schemas.openxmlformats.org/officeDocument/2006/relationships/customXml" Target="../ink/ink63.xml"/><Relationship Id="rId64" Type="http://schemas.openxmlformats.org/officeDocument/2006/relationships/slideLayout" Target="../slideLayouts/slideLayout12.xml"/><Relationship Id="rId6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image" Target="../media/2.png"/><Relationship Id="rId3" Type="http://schemas.openxmlformats.org/officeDocument/2006/relationships/image" Target="../media/3.png"/><Relationship Id="rId4" Type="http://schemas.openxmlformats.org/officeDocument/2006/relationships/image" Target="../media/3.png"/><Relationship Id="rId5" Type="http://schemas.openxmlformats.org/officeDocument/2006/relationships/customXml" Target="../ink/ink64.xml"/><Relationship Id="rId6" Type="http://schemas.openxmlformats.org/officeDocument/2006/relationships/customXml" Target="../ink/ink65.xml"/><Relationship Id="rId7" Type="http://schemas.openxmlformats.org/officeDocument/2006/relationships/customXml" Target="../ink/ink66.xml"/><Relationship Id="rId8" Type="http://schemas.openxmlformats.org/officeDocument/2006/relationships/customXml" Target="../ink/ink67.xml"/><Relationship Id="rId9" Type="http://schemas.openxmlformats.org/officeDocument/2006/relationships/customXml" Target="../ink/ink68.xml"/><Relationship Id="rId10" Type="http://schemas.openxmlformats.org/officeDocument/2006/relationships/customXml" Target="../ink/ink69.xml"/><Relationship Id="rId11" Type="http://schemas.openxmlformats.org/officeDocument/2006/relationships/customXml" Target="../ink/ink70.xml"/><Relationship Id="rId12" Type="http://schemas.openxmlformats.org/officeDocument/2006/relationships/customXml" Target="../ink/ink71.xml"/><Relationship Id="rId13" Type="http://schemas.openxmlformats.org/officeDocument/2006/relationships/customXml" Target="../ink/ink72.xml"/><Relationship Id="rId14" Type="http://schemas.openxmlformats.org/officeDocument/2006/relationships/customXml" Target="../ink/ink73.xml"/><Relationship Id="rId15" Type="http://schemas.openxmlformats.org/officeDocument/2006/relationships/customXml" Target="../ink/ink74.xml"/><Relationship Id="rId16" Type="http://schemas.openxmlformats.org/officeDocument/2006/relationships/customXml" Target="../ink/ink75.xml"/><Relationship Id="rId17" Type="http://schemas.openxmlformats.org/officeDocument/2006/relationships/customXml" Target="../ink/ink76.xml"/><Relationship Id="rId18" Type="http://schemas.openxmlformats.org/officeDocument/2006/relationships/customXml" Target="../ink/ink77.xml"/><Relationship Id="rId19" Type="http://schemas.openxmlformats.org/officeDocument/2006/relationships/customXml" Target="../ink/ink78.xml"/><Relationship Id="rId20" Type="http://schemas.openxmlformats.org/officeDocument/2006/relationships/customXml" Target="../ink/ink79.xml"/><Relationship Id="rId21" Type="http://schemas.openxmlformats.org/officeDocument/2006/relationships/customXml" Target="../ink/ink80.xml"/><Relationship Id="rId22" Type="http://schemas.openxmlformats.org/officeDocument/2006/relationships/customXml" Target="../ink/ink81.xml"/><Relationship Id="rId23" Type="http://schemas.openxmlformats.org/officeDocument/2006/relationships/customXml" Target="../ink/ink82.xml"/><Relationship Id="rId24" Type="http://schemas.openxmlformats.org/officeDocument/2006/relationships/customXml" Target="../ink/ink83.xml"/><Relationship Id="rId25" Type="http://schemas.openxmlformats.org/officeDocument/2006/relationships/customXml" Target="../ink/ink84.xml"/><Relationship Id="rId26" Type="http://schemas.openxmlformats.org/officeDocument/2006/relationships/customXml" Target="../ink/ink85.xml"/><Relationship Id="rId27" Type="http://schemas.openxmlformats.org/officeDocument/2006/relationships/customXml" Target="../ink/ink86.xml"/><Relationship Id="rId28" Type="http://schemas.openxmlformats.org/officeDocument/2006/relationships/customXml" Target="../ink/ink87.xml"/><Relationship Id="rId29" Type="http://schemas.openxmlformats.org/officeDocument/2006/relationships/customXml" Target="../ink/ink88.xml"/><Relationship Id="rId30" Type="http://schemas.openxmlformats.org/officeDocument/2006/relationships/customXml" Target="../ink/ink89.xml"/><Relationship Id="rId31" Type="http://schemas.openxmlformats.org/officeDocument/2006/relationships/customXml" Target="../ink/ink90.xml"/><Relationship Id="rId32" Type="http://schemas.openxmlformats.org/officeDocument/2006/relationships/customXml" Target="../ink/ink91.xml"/><Relationship Id="rId33" Type="http://schemas.openxmlformats.org/officeDocument/2006/relationships/customXml" Target="../ink/ink92.xml"/><Relationship Id="rId34" Type="http://schemas.openxmlformats.org/officeDocument/2006/relationships/customXml" Target="../ink/ink93.xml"/><Relationship Id="rId35" Type="http://schemas.openxmlformats.org/officeDocument/2006/relationships/customXml" Target="../ink/ink94.xml"/><Relationship Id="rId36" Type="http://schemas.openxmlformats.org/officeDocument/2006/relationships/customXml" Target="../ink/ink95.xml"/><Relationship Id="rId37" Type="http://schemas.openxmlformats.org/officeDocument/2006/relationships/customXml" Target="../ink/ink96.xml"/><Relationship Id="rId38" Type="http://schemas.openxmlformats.org/officeDocument/2006/relationships/customXml" Target="../ink/ink97.xml"/><Relationship Id="rId39" Type="http://schemas.openxmlformats.org/officeDocument/2006/relationships/customXml" Target="../ink/ink98.xml"/><Relationship Id="rId40" Type="http://schemas.openxmlformats.org/officeDocument/2006/relationships/customXml" Target="../ink/ink99.xml"/><Relationship Id="rId41" Type="http://schemas.openxmlformats.org/officeDocument/2006/relationships/customXml" Target="../ink/ink100.xml"/><Relationship Id="rId42" Type="http://schemas.openxmlformats.org/officeDocument/2006/relationships/customXml" Target="../ink/ink101.xml"/><Relationship Id="rId43" Type="http://schemas.openxmlformats.org/officeDocument/2006/relationships/customXml" Target="../ink/ink102.xml"/><Relationship Id="rId44" Type="http://schemas.openxmlformats.org/officeDocument/2006/relationships/customXml" Target="../ink/ink103.xml"/><Relationship Id="rId45" Type="http://schemas.openxmlformats.org/officeDocument/2006/relationships/customXml" Target="../ink/ink104.xml"/><Relationship Id="rId46" Type="http://schemas.openxmlformats.org/officeDocument/2006/relationships/customXml" Target="../ink/ink105.xml"/><Relationship Id="rId47" Type="http://schemas.openxmlformats.org/officeDocument/2006/relationships/customXml" Target="../ink/ink106.xml"/><Relationship Id="rId48" Type="http://schemas.openxmlformats.org/officeDocument/2006/relationships/customXml" Target="../ink/ink107.xml"/><Relationship Id="rId49" Type="http://schemas.openxmlformats.org/officeDocument/2006/relationships/customXml" Target="../ink/ink108.xml"/><Relationship Id="rId50" Type="http://schemas.openxmlformats.org/officeDocument/2006/relationships/customXml" Target="../ink/ink109.xml"/><Relationship Id="rId51" Type="http://schemas.openxmlformats.org/officeDocument/2006/relationships/customXml" Target="../ink/ink110.xml"/><Relationship Id="rId52" Type="http://schemas.openxmlformats.org/officeDocument/2006/relationships/customXml" Target="../ink/ink111.xml"/><Relationship Id="rId53" Type="http://schemas.openxmlformats.org/officeDocument/2006/relationships/slideLayout" Target="../slideLayouts/slideLayout12.xml"/><Relationship Id="rId5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ustomXml" Target="../ink/ink112.xml"/><Relationship Id="rId2" Type="http://schemas.openxmlformats.org/officeDocument/2006/relationships/customXml" Target="../ink/ink113.xml"/><Relationship Id="rId3" Type="http://schemas.openxmlformats.org/officeDocument/2006/relationships/customXml" Target="../ink/ink114.xml"/><Relationship Id="rId4" Type="http://schemas.openxmlformats.org/officeDocument/2006/relationships/customXml" Target="../ink/ink115.xml"/><Relationship Id="rId5" Type="http://schemas.openxmlformats.org/officeDocument/2006/relationships/customXml" Target="../ink/ink116.xml"/><Relationship Id="rId6" Type="http://schemas.openxmlformats.org/officeDocument/2006/relationships/customXml" Target="../ink/ink117.xml"/><Relationship Id="rId7" Type="http://schemas.openxmlformats.org/officeDocument/2006/relationships/customXml" Target="../ink/ink118.xml"/><Relationship Id="rId8" Type="http://schemas.openxmlformats.org/officeDocument/2006/relationships/customXml" Target="../ink/ink119.xml"/><Relationship Id="rId9" Type="http://schemas.openxmlformats.org/officeDocument/2006/relationships/customXml" Target="../ink/ink120.xml"/><Relationship Id="rId10" Type="http://schemas.openxmlformats.org/officeDocument/2006/relationships/customXml" Target="../ink/ink121.xml"/><Relationship Id="rId11" Type="http://schemas.openxmlformats.org/officeDocument/2006/relationships/customXml" Target="../ink/ink122.xml"/><Relationship Id="rId12" Type="http://schemas.openxmlformats.org/officeDocument/2006/relationships/customXml" Target="../ink/ink123.xml"/><Relationship Id="rId13" Type="http://schemas.openxmlformats.org/officeDocument/2006/relationships/customXml" Target="../ink/ink124.xml"/><Relationship Id="rId14" Type="http://schemas.openxmlformats.org/officeDocument/2006/relationships/customXml" Target="../ink/ink125.xml"/><Relationship Id="rId15" Type="http://schemas.openxmlformats.org/officeDocument/2006/relationships/customXml" Target="../ink/ink126.xml"/><Relationship Id="rId16" Type="http://schemas.openxmlformats.org/officeDocument/2006/relationships/customXml" Target="../ink/ink127.xml"/><Relationship Id="rId17" Type="http://schemas.openxmlformats.org/officeDocument/2006/relationships/customXml" Target="../ink/ink128.xml"/><Relationship Id="rId18" Type="http://schemas.openxmlformats.org/officeDocument/2006/relationships/customXml" Target="../ink/ink129.xml"/><Relationship Id="rId19" Type="http://schemas.openxmlformats.org/officeDocument/2006/relationships/customXml" Target="../ink/ink130.xml"/><Relationship Id="rId20" Type="http://schemas.openxmlformats.org/officeDocument/2006/relationships/customXml" Target="../ink/ink131.xml"/><Relationship Id="rId21" Type="http://schemas.openxmlformats.org/officeDocument/2006/relationships/customXml" Target="../ink/ink132.xml"/><Relationship Id="rId22" Type="http://schemas.openxmlformats.org/officeDocument/2006/relationships/customXml" Target="../ink/ink133.xml"/><Relationship Id="rId23" Type="http://schemas.openxmlformats.org/officeDocument/2006/relationships/customXml" Target="../ink/ink134.xml"/><Relationship Id="rId24" Type="http://schemas.openxmlformats.org/officeDocument/2006/relationships/customXml" Target="../ink/ink135.xml"/><Relationship Id="rId25" Type="http://schemas.openxmlformats.org/officeDocument/2006/relationships/customXml" Target="../ink/ink136.xml"/><Relationship Id="rId26" Type="http://schemas.openxmlformats.org/officeDocument/2006/relationships/customXml" Target="../ink/ink137.xml"/><Relationship Id="rId27" Type="http://schemas.openxmlformats.org/officeDocument/2006/relationships/customXml" Target="../ink/ink138.xml"/><Relationship Id="rId28" Type="http://schemas.openxmlformats.org/officeDocument/2006/relationships/customXml" Target="../ink/ink139.xml"/><Relationship Id="rId29" Type="http://schemas.openxmlformats.org/officeDocument/2006/relationships/customXml" Target="../ink/ink140.xml"/><Relationship Id="rId30" Type="http://schemas.openxmlformats.org/officeDocument/2006/relationships/customXml" Target="../ink/ink141.xml"/><Relationship Id="rId31" Type="http://schemas.openxmlformats.org/officeDocument/2006/relationships/customXml" Target="../ink/ink142.xml"/><Relationship Id="rId32" Type="http://schemas.openxmlformats.org/officeDocument/2006/relationships/customXml" Target="../ink/ink143.xml"/><Relationship Id="rId33" Type="http://schemas.openxmlformats.org/officeDocument/2006/relationships/customXml" Target="../ink/ink144.xml"/><Relationship Id="rId34" Type="http://schemas.openxmlformats.org/officeDocument/2006/relationships/customXml" Target="../ink/ink145.xml"/><Relationship Id="rId35" Type="http://schemas.openxmlformats.org/officeDocument/2006/relationships/customXml" Target="../ink/ink146.xml"/><Relationship Id="rId36" Type="http://schemas.openxmlformats.org/officeDocument/2006/relationships/customXml" Target="../ink/ink147.xml"/><Relationship Id="rId37" Type="http://schemas.openxmlformats.org/officeDocument/2006/relationships/customXml" Target="../ink/ink148.xml"/><Relationship Id="rId38" Type="http://schemas.openxmlformats.org/officeDocument/2006/relationships/customXml" Target="../ink/ink149.xml"/><Relationship Id="rId39" Type="http://schemas.openxmlformats.org/officeDocument/2006/relationships/customXml" Target="../ink/ink150.xml"/><Relationship Id="rId40" Type="http://schemas.openxmlformats.org/officeDocument/2006/relationships/customXml" Target="../ink/ink151.xml"/><Relationship Id="rId41" Type="http://schemas.openxmlformats.org/officeDocument/2006/relationships/customXml" Target="../ink/ink152.xml"/><Relationship Id="rId42" Type="http://schemas.openxmlformats.org/officeDocument/2006/relationships/customXml" Target="../ink/ink153.xml"/><Relationship Id="rId43" Type="http://schemas.openxmlformats.org/officeDocument/2006/relationships/customXml" Target="../ink/ink154.xml"/><Relationship Id="rId44" Type="http://schemas.openxmlformats.org/officeDocument/2006/relationships/customXml" Target="../ink/ink155.xml"/><Relationship Id="rId45" Type="http://schemas.openxmlformats.org/officeDocument/2006/relationships/customXml" Target="../ink/ink156.xml"/><Relationship Id="rId46" Type="http://schemas.openxmlformats.org/officeDocument/2006/relationships/customXml" Target="../ink/ink157.xml"/><Relationship Id="rId47" Type="http://schemas.openxmlformats.org/officeDocument/2006/relationships/customXml" Target="../ink/ink158.xml"/><Relationship Id="rId48" Type="http://schemas.openxmlformats.org/officeDocument/2006/relationships/customXml" Target="../ink/ink159.xml"/><Relationship Id="rId49" Type="http://schemas.openxmlformats.org/officeDocument/2006/relationships/customXml" Target="../ink/ink160.xml"/><Relationship Id="rId50" Type="http://schemas.openxmlformats.org/officeDocument/2006/relationships/customXml" Target="../ink/ink161.xml"/><Relationship Id="rId51" Type="http://schemas.openxmlformats.org/officeDocument/2006/relationships/customXml" Target="../ink/ink162.xml"/><Relationship Id="rId52" Type="http://schemas.openxmlformats.org/officeDocument/2006/relationships/customXml" Target="../ink/ink163.xml"/><Relationship Id="rId53" Type="http://schemas.openxmlformats.org/officeDocument/2006/relationships/customXml" Target="../ink/ink164.xml"/><Relationship Id="rId54" Type="http://schemas.openxmlformats.org/officeDocument/2006/relationships/customXml" Target="../ink/ink165.xml"/><Relationship Id="rId55" Type="http://schemas.openxmlformats.org/officeDocument/2006/relationships/customXml" Target="../ink/ink166.xml"/><Relationship Id="rId56" Type="http://schemas.openxmlformats.org/officeDocument/2006/relationships/customXml" Target="../ink/ink167.xml"/><Relationship Id="rId57" Type="http://schemas.openxmlformats.org/officeDocument/2006/relationships/customXml" Target="../ink/ink168.xml"/><Relationship Id="rId58" Type="http://schemas.openxmlformats.org/officeDocument/2006/relationships/customXml" Target="../ink/ink169.xml"/><Relationship Id="rId59" Type="http://schemas.openxmlformats.org/officeDocument/2006/relationships/customXml" Target="../ink/ink170.xml"/><Relationship Id="rId60" Type="http://schemas.openxmlformats.org/officeDocument/2006/relationships/customXml" Target="../ink/ink171.xml"/><Relationship Id="rId61" Type="http://schemas.openxmlformats.org/officeDocument/2006/relationships/customXml" Target="../ink/ink172.xml"/><Relationship Id="rId62" Type="http://schemas.openxmlformats.org/officeDocument/2006/relationships/customXml" Target="../ink/ink173.xml"/><Relationship Id="rId63" Type="http://schemas.openxmlformats.org/officeDocument/2006/relationships/customXml" Target="../ink/ink174.xml"/><Relationship Id="rId64" Type="http://schemas.openxmlformats.org/officeDocument/2006/relationships/customXml" Target="../ink/ink175.xml"/><Relationship Id="rId65" Type="http://schemas.openxmlformats.org/officeDocument/2006/relationships/customXml" Target="../ink/ink176.xml"/><Relationship Id="rId66" Type="http://schemas.openxmlformats.org/officeDocument/2006/relationships/customXml" Target="../ink/ink177.xml"/><Relationship Id="rId67" Type="http://schemas.openxmlformats.org/officeDocument/2006/relationships/customXml" Target="../ink/ink178.xml"/><Relationship Id="rId68" Type="http://schemas.openxmlformats.org/officeDocument/2006/relationships/customXml" Target="../ink/ink179.xml"/><Relationship Id="rId69" Type="http://schemas.openxmlformats.org/officeDocument/2006/relationships/customXml" Target="../ink/ink180.xml"/><Relationship Id="rId70" Type="http://schemas.openxmlformats.org/officeDocument/2006/relationships/customXml" Target="../ink/ink181.xml"/><Relationship Id="rId71" Type="http://schemas.openxmlformats.org/officeDocument/2006/relationships/customXml" Target="../ink/ink182.xml"/><Relationship Id="rId72" Type="http://schemas.openxmlformats.org/officeDocument/2006/relationships/customXml" Target="../ink/ink183.xml"/><Relationship Id="rId73" Type="http://schemas.openxmlformats.org/officeDocument/2006/relationships/customXml" Target="../ink/ink184.xml"/><Relationship Id="rId74" Type="http://schemas.openxmlformats.org/officeDocument/2006/relationships/customXml" Target="../ink/ink185.xml"/><Relationship Id="rId75" Type="http://schemas.openxmlformats.org/officeDocument/2006/relationships/customXml" Target="../ink/ink186.xml"/><Relationship Id="rId76" Type="http://schemas.openxmlformats.org/officeDocument/2006/relationships/customXml" Target="../ink/ink187.xml"/><Relationship Id="rId77" Type="http://schemas.openxmlformats.org/officeDocument/2006/relationships/customXml" Target="../ink/ink188.xml"/><Relationship Id="rId78" Type="http://schemas.openxmlformats.org/officeDocument/2006/relationships/customXml" Target="../ink/ink189.xml"/><Relationship Id="rId79" Type="http://schemas.openxmlformats.org/officeDocument/2006/relationships/customXml" Target="../ink/ink190.xml"/><Relationship Id="rId80" Type="http://schemas.openxmlformats.org/officeDocument/2006/relationships/customXml" Target="../ink/ink191.xml"/><Relationship Id="rId81" Type="http://schemas.openxmlformats.org/officeDocument/2006/relationships/customXml" Target="../ink/ink192.xml"/><Relationship Id="rId82" Type="http://schemas.openxmlformats.org/officeDocument/2006/relationships/customXml" Target="../ink/ink193.xml"/><Relationship Id="rId83" Type="http://schemas.openxmlformats.org/officeDocument/2006/relationships/customXml" Target="../ink/ink194.xml"/><Relationship Id="rId84" Type="http://schemas.openxmlformats.org/officeDocument/2006/relationships/customXml" Target="../ink/ink195.xml"/><Relationship Id="rId85" Type="http://schemas.openxmlformats.org/officeDocument/2006/relationships/customXml" Target="../ink/ink196.xml"/><Relationship Id="rId86" Type="http://schemas.openxmlformats.org/officeDocument/2006/relationships/customXml" Target="../ink/ink197.xml"/><Relationship Id="rId87" Type="http://schemas.openxmlformats.org/officeDocument/2006/relationships/customXml" Target="../ink/ink198.xml"/><Relationship Id="rId88" Type="http://schemas.openxmlformats.org/officeDocument/2006/relationships/customXml" Target="../ink/ink199.xml"/><Relationship Id="rId89" Type="http://schemas.openxmlformats.org/officeDocument/2006/relationships/customXml" Target="../ink/ink200.xml"/><Relationship Id="rId90" Type="http://schemas.openxmlformats.org/officeDocument/2006/relationships/customXml" Target="../ink/ink201.xml"/><Relationship Id="rId91" Type="http://schemas.openxmlformats.org/officeDocument/2006/relationships/customXml" Target="../ink/ink202.xml"/><Relationship Id="rId92" Type="http://schemas.openxmlformats.org/officeDocument/2006/relationships/customXml" Target="../ink/ink203.xml"/><Relationship Id="rId93" Type="http://schemas.openxmlformats.org/officeDocument/2006/relationships/customXml" Target="../ink/ink204.xml"/><Relationship Id="rId94" Type="http://schemas.openxmlformats.org/officeDocument/2006/relationships/customXml" Target="../ink/ink205.xml"/><Relationship Id="rId95" Type="http://schemas.openxmlformats.org/officeDocument/2006/relationships/customXml" Target="../ink/ink206.xml"/><Relationship Id="rId96" Type="http://schemas.openxmlformats.org/officeDocument/2006/relationships/customXml" Target="../ink/ink207.xml"/><Relationship Id="rId97" Type="http://schemas.openxmlformats.org/officeDocument/2006/relationships/customXml" Target="../ink/ink208.xml"/><Relationship Id="rId98" Type="http://schemas.openxmlformats.org/officeDocument/2006/relationships/customXml" Target="../ink/ink209.xml"/><Relationship Id="rId99" Type="http://schemas.openxmlformats.org/officeDocument/2006/relationships/customXml" Target="../ink/ink210.xml"/><Relationship Id="rId100" Type="http://schemas.openxmlformats.org/officeDocument/2006/relationships/customXml" Target="../ink/ink211.xml"/><Relationship Id="rId101" Type="http://schemas.openxmlformats.org/officeDocument/2006/relationships/customXml" Target="../ink/ink212.xml"/><Relationship Id="rId102" Type="http://schemas.openxmlformats.org/officeDocument/2006/relationships/customXml" Target="../ink/ink213.xml"/><Relationship Id="rId103" Type="http://schemas.openxmlformats.org/officeDocument/2006/relationships/customXml" Target="../ink/ink214.xml"/><Relationship Id="rId104" Type="http://schemas.openxmlformats.org/officeDocument/2006/relationships/customXml" Target="../ink/ink215.xml"/><Relationship Id="rId105" Type="http://schemas.openxmlformats.org/officeDocument/2006/relationships/customXml" Target="../ink/ink216.xml"/><Relationship Id="rId106" Type="http://schemas.openxmlformats.org/officeDocument/2006/relationships/customXml" Target="../ink/ink217.xml"/><Relationship Id="rId107" Type="http://schemas.openxmlformats.org/officeDocument/2006/relationships/customXml" Target="../ink/ink218.xml"/><Relationship Id="rId108" Type="http://schemas.openxmlformats.org/officeDocument/2006/relationships/customXml" Target="../ink/ink219.xml"/><Relationship Id="rId109" Type="http://schemas.openxmlformats.org/officeDocument/2006/relationships/customXml" Target="../ink/ink220.xml"/><Relationship Id="rId110" Type="http://schemas.openxmlformats.org/officeDocument/2006/relationships/customXml" Target="../ink/ink221.xml"/><Relationship Id="rId111" Type="http://schemas.openxmlformats.org/officeDocument/2006/relationships/customXml" Target="../ink/ink222.xml"/><Relationship Id="rId112" Type="http://schemas.openxmlformats.org/officeDocument/2006/relationships/customXml" Target="../ink/ink223.xml"/><Relationship Id="rId113" Type="http://schemas.openxmlformats.org/officeDocument/2006/relationships/slideLayout" Target="../slideLayouts/slideLayout12.xml"/><Relationship Id="rId1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4.png"/><Relationship Id="rId2" Type="http://schemas.openxmlformats.org/officeDocument/2006/relationships/customXml" Target="../ink/ink224.xml"/><Relationship Id="rId3" Type="http://schemas.openxmlformats.org/officeDocument/2006/relationships/customXml" Target="../ink/ink225.xml"/><Relationship Id="rId4" Type="http://schemas.openxmlformats.org/officeDocument/2006/relationships/customXml" Target="../ink/ink226.xml"/><Relationship Id="rId5" Type="http://schemas.openxmlformats.org/officeDocument/2006/relationships/customXml" Target="../ink/ink227.xml"/><Relationship Id="rId6" Type="http://schemas.openxmlformats.org/officeDocument/2006/relationships/customXml" Target="../ink/ink228.xml"/><Relationship Id="rId7" Type="http://schemas.openxmlformats.org/officeDocument/2006/relationships/customXml" Target="../ink/ink229.xml"/><Relationship Id="rId8" Type="http://schemas.openxmlformats.org/officeDocument/2006/relationships/customXml" Target="../ink/ink230.xml"/><Relationship Id="rId9" Type="http://schemas.openxmlformats.org/officeDocument/2006/relationships/customXml" Target="../ink/ink231.xml"/><Relationship Id="rId10" Type="http://schemas.openxmlformats.org/officeDocument/2006/relationships/customXml" Target="../ink/ink232.xml"/><Relationship Id="rId11" Type="http://schemas.openxmlformats.org/officeDocument/2006/relationships/customXml" Target="../ink/ink233.xml"/><Relationship Id="rId12" Type="http://schemas.openxmlformats.org/officeDocument/2006/relationships/customXml" Target="../ink/ink234.xml"/><Relationship Id="rId13" Type="http://schemas.openxmlformats.org/officeDocument/2006/relationships/customXml" Target="../ink/ink235.xml"/><Relationship Id="rId14" Type="http://schemas.openxmlformats.org/officeDocument/2006/relationships/customXml" Target="../ink/ink236.xml"/><Relationship Id="rId15" Type="http://schemas.openxmlformats.org/officeDocument/2006/relationships/customXml" Target="../ink/ink237.xml"/><Relationship Id="rId16" Type="http://schemas.openxmlformats.org/officeDocument/2006/relationships/customXml" Target="../ink/ink238.xml"/><Relationship Id="rId17" Type="http://schemas.openxmlformats.org/officeDocument/2006/relationships/customXml" Target="../ink/ink239.xml"/><Relationship Id="rId18" Type="http://schemas.openxmlformats.org/officeDocument/2006/relationships/customXml" Target="../ink/ink240.xml"/><Relationship Id="rId19" Type="http://schemas.openxmlformats.org/officeDocument/2006/relationships/customXml" Target="../ink/ink241.xml"/><Relationship Id="rId20" Type="http://schemas.openxmlformats.org/officeDocument/2006/relationships/slideLayout" Target="../slideLayouts/slideLayout12.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ustomXml" Target="../ink/ink242.xml"/><Relationship Id="rId2" Type="http://schemas.openxmlformats.org/officeDocument/2006/relationships/customXml" Target="../ink/ink243.xml"/><Relationship Id="rId3" Type="http://schemas.openxmlformats.org/officeDocument/2006/relationships/customXml" Target="../ink/ink244.xml"/><Relationship Id="rId4" Type="http://schemas.openxmlformats.org/officeDocument/2006/relationships/customXml" Target="../ink/ink245.xml"/><Relationship Id="rId5" Type="http://schemas.openxmlformats.org/officeDocument/2006/relationships/customXml" Target="../ink/ink246.xml"/><Relationship Id="rId6" Type="http://schemas.openxmlformats.org/officeDocument/2006/relationships/customXml" Target="../ink/ink247.xml"/><Relationship Id="rId7" Type="http://schemas.openxmlformats.org/officeDocument/2006/relationships/customXml" Target="../ink/ink248.xml"/><Relationship Id="rId8" Type="http://schemas.openxmlformats.org/officeDocument/2006/relationships/customXml" Target="../ink/ink249.xml"/><Relationship Id="rId9" Type="http://schemas.openxmlformats.org/officeDocument/2006/relationships/customXml" Target="../ink/ink250.xml"/><Relationship Id="rId10" Type="http://schemas.openxmlformats.org/officeDocument/2006/relationships/customXml" Target="../ink/ink251.xml"/><Relationship Id="rId11" Type="http://schemas.openxmlformats.org/officeDocument/2006/relationships/customXml" Target="../ink/ink252.xml"/><Relationship Id="rId12" Type="http://schemas.openxmlformats.org/officeDocument/2006/relationships/customXml" Target="../ink/ink253.xml"/><Relationship Id="rId13" Type="http://schemas.openxmlformats.org/officeDocument/2006/relationships/customXml" Target="../ink/ink254.xml"/><Relationship Id="rId14" Type="http://schemas.openxmlformats.org/officeDocument/2006/relationships/customXml" Target="../ink/ink255.xml"/><Relationship Id="rId15" Type="http://schemas.openxmlformats.org/officeDocument/2006/relationships/customXml" Target="../ink/ink256.xml"/><Relationship Id="rId16" Type="http://schemas.openxmlformats.org/officeDocument/2006/relationships/customXml" Target="../ink/ink257.xml"/><Relationship Id="rId17" Type="http://schemas.openxmlformats.org/officeDocument/2006/relationships/customXml" Target="../ink/ink258.xml"/><Relationship Id="rId18" Type="http://schemas.openxmlformats.org/officeDocument/2006/relationships/customXml" Target="../ink/ink259.xml"/><Relationship Id="rId19" Type="http://schemas.openxmlformats.org/officeDocument/2006/relationships/customXml" Target="../ink/ink260.xml"/><Relationship Id="rId20" Type="http://schemas.openxmlformats.org/officeDocument/2006/relationships/customXml" Target="../ink/ink261.xml"/><Relationship Id="rId21" Type="http://schemas.openxmlformats.org/officeDocument/2006/relationships/customXml" Target="../ink/ink262.xml"/><Relationship Id="rId22" Type="http://schemas.openxmlformats.org/officeDocument/2006/relationships/customXml" Target="../ink/ink263.xml"/><Relationship Id="rId23" Type="http://schemas.openxmlformats.org/officeDocument/2006/relationships/customXml" Target="../ink/ink264.xml"/><Relationship Id="rId24" Type="http://schemas.openxmlformats.org/officeDocument/2006/relationships/customXml" Target="../ink/ink265.xml"/><Relationship Id="rId25" Type="http://schemas.openxmlformats.org/officeDocument/2006/relationships/customXml" Target="../ink/ink266.xml"/><Relationship Id="rId26" Type="http://schemas.openxmlformats.org/officeDocument/2006/relationships/customXml" Target="../ink/ink267.xml"/><Relationship Id="rId27" Type="http://schemas.openxmlformats.org/officeDocument/2006/relationships/customXml" Target="../ink/ink268.xml"/><Relationship Id="rId28" Type="http://schemas.openxmlformats.org/officeDocument/2006/relationships/customXml" Target="../ink/ink269.xml"/><Relationship Id="rId29" Type="http://schemas.openxmlformats.org/officeDocument/2006/relationships/customXml" Target="../ink/ink270.xml"/><Relationship Id="rId30" Type="http://schemas.openxmlformats.org/officeDocument/2006/relationships/customXml" Target="../ink/ink271.xml"/><Relationship Id="rId31" Type="http://schemas.openxmlformats.org/officeDocument/2006/relationships/customXml" Target="../ink/ink272.xml"/><Relationship Id="rId32" Type="http://schemas.openxmlformats.org/officeDocument/2006/relationships/customXml" Target="../ink/ink273.xml"/><Relationship Id="rId33" Type="http://schemas.openxmlformats.org/officeDocument/2006/relationships/customXml" Target="../ink/ink274.xml"/><Relationship Id="rId34" Type="http://schemas.openxmlformats.org/officeDocument/2006/relationships/customXml" Target="../ink/ink275.xml"/><Relationship Id="rId35" Type="http://schemas.openxmlformats.org/officeDocument/2006/relationships/customXml" Target="../ink/ink276.xml"/><Relationship Id="rId36" Type="http://schemas.openxmlformats.org/officeDocument/2006/relationships/customXml" Target="../ink/ink277.xml"/><Relationship Id="rId37" Type="http://schemas.openxmlformats.org/officeDocument/2006/relationships/customXml" Target="../ink/ink278.xml"/><Relationship Id="rId38" Type="http://schemas.openxmlformats.org/officeDocument/2006/relationships/customXml" Target="../ink/ink279.xml"/><Relationship Id="rId39" Type="http://schemas.openxmlformats.org/officeDocument/2006/relationships/customXml" Target="../ink/ink280.xml"/><Relationship Id="rId40" Type="http://schemas.openxmlformats.org/officeDocument/2006/relationships/customXml" Target="../ink/ink281.xml"/><Relationship Id="rId41" Type="http://schemas.openxmlformats.org/officeDocument/2006/relationships/customXml" Target="../ink/ink282.xml"/><Relationship Id="rId42" Type="http://schemas.openxmlformats.org/officeDocument/2006/relationships/customXml" Target="../ink/ink283.xml"/><Relationship Id="rId43" Type="http://schemas.openxmlformats.org/officeDocument/2006/relationships/customXml" Target="../ink/ink284.xml"/><Relationship Id="rId44" Type="http://schemas.openxmlformats.org/officeDocument/2006/relationships/customXml" Target="../ink/ink285.xml"/><Relationship Id="rId45" Type="http://schemas.openxmlformats.org/officeDocument/2006/relationships/customXml" Target="../ink/ink286.xml"/><Relationship Id="rId46" Type="http://schemas.openxmlformats.org/officeDocument/2006/relationships/customXml" Target="../ink/ink287.xml"/><Relationship Id="rId47" Type="http://schemas.openxmlformats.org/officeDocument/2006/relationships/customXml" Target="../ink/ink288.xml"/><Relationship Id="rId48" Type="http://schemas.openxmlformats.org/officeDocument/2006/relationships/customXml" Target="../ink/ink289.xml"/><Relationship Id="rId49" Type="http://schemas.openxmlformats.org/officeDocument/2006/relationships/customXml" Target="../ink/ink290.xml"/><Relationship Id="rId50" Type="http://schemas.openxmlformats.org/officeDocument/2006/relationships/customXml" Target="../ink/ink291.xml"/><Relationship Id="rId51" Type="http://schemas.openxmlformats.org/officeDocument/2006/relationships/customXml" Target="../ink/ink292.xml"/><Relationship Id="rId52" Type="http://schemas.openxmlformats.org/officeDocument/2006/relationships/customXml" Target="../ink/ink293.xml"/><Relationship Id="rId53" Type="http://schemas.openxmlformats.org/officeDocument/2006/relationships/customXml" Target="../ink/ink294.xml"/><Relationship Id="rId54" Type="http://schemas.openxmlformats.org/officeDocument/2006/relationships/customXml" Target="../ink/ink295.xml"/><Relationship Id="rId55" Type="http://schemas.openxmlformats.org/officeDocument/2006/relationships/customXml" Target="../ink/ink296.xml"/><Relationship Id="rId56" Type="http://schemas.openxmlformats.org/officeDocument/2006/relationships/customXml" Target="../ink/ink297.xml"/><Relationship Id="rId57" Type="http://schemas.openxmlformats.org/officeDocument/2006/relationships/customXml" Target="../ink/ink298.xml"/><Relationship Id="rId58" Type="http://schemas.openxmlformats.org/officeDocument/2006/relationships/customXml" Target="../ink/ink299.xml"/><Relationship Id="rId59" Type="http://schemas.openxmlformats.org/officeDocument/2006/relationships/customXml" Target="../ink/ink300.xml"/><Relationship Id="rId60" Type="http://schemas.openxmlformats.org/officeDocument/2006/relationships/customXml" Target="../ink/ink301.xml"/><Relationship Id="rId61" Type="http://schemas.openxmlformats.org/officeDocument/2006/relationships/customXml" Target="../ink/ink302.xml"/><Relationship Id="rId62" Type="http://schemas.openxmlformats.org/officeDocument/2006/relationships/customXml" Target="../ink/ink303.xml"/><Relationship Id="rId63" Type="http://schemas.openxmlformats.org/officeDocument/2006/relationships/customXml" Target="../ink/ink304.xml"/><Relationship Id="rId64" Type="http://schemas.openxmlformats.org/officeDocument/2006/relationships/customXml" Target="../ink/ink305.xml"/><Relationship Id="rId65" Type="http://schemas.openxmlformats.org/officeDocument/2006/relationships/customXml" Target="../ink/ink306.xml"/><Relationship Id="rId66" Type="http://schemas.openxmlformats.org/officeDocument/2006/relationships/customXml" Target="../ink/ink307.xml"/><Relationship Id="rId67" Type="http://schemas.openxmlformats.org/officeDocument/2006/relationships/customXml" Target="../ink/ink308.xml"/><Relationship Id="rId68" Type="http://schemas.openxmlformats.org/officeDocument/2006/relationships/customXml" Target="../ink/ink309.xml"/><Relationship Id="rId69" Type="http://schemas.openxmlformats.org/officeDocument/2006/relationships/customXml" Target="../ink/ink310.xml"/><Relationship Id="rId70" Type="http://schemas.openxmlformats.org/officeDocument/2006/relationships/customXml" Target="../ink/ink311.xml"/><Relationship Id="rId71" Type="http://schemas.openxmlformats.org/officeDocument/2006/relationships/customXml" Target="../ink/ink312.xml"/><Relationship Id="rId72" Type="http://schemas.openxmlformats.org/officeDocument/2006/relationships/customXml" Target="../ink/ink313.xml"/><Relationship Id="rId73" Type="http://schemas.openxmlformats.org/officeDocument/2006/relationships/customXml" Target="../ink/ink314.xml"/><Relationship Id="rId74" Type="http://schemas.openxmlformats.org/officeDocument/2006/relationships/customXml" Target="../ink/ink315.xml"/><Relationship Id="rId75" Type="http://schemas.openxmlformats.org/officeDocument/2006/relationships/customXml" Target="../ink/ink316.xml"/><Relationship Id="rId76" Type="http://schemas.openxmlformats.org/officeDocument/2006/relationships/customXml" Target="../ink/ink317.xml"/><Relationship Id="rId77" Type="http://schemas.openxmlformats.org/officeDocument/2006/relationships/customXml" Target="../ink/ink318.xml"/><Relationship Id="rId78" Type="http://schemas.openxmlformats.org/officeDocument/2006/relationships/customXml" Target="../ink/ink319.xml"/><Relationship Id="rId79" Type="http://schemas.openxmlformats.org/officeDocument/2006/relationships/customXml" Target="../ink/ink320.xml"/><Relationship Id="rId80" Type="http://schemas.openxmlformats.org/officeDocument/2006/relationships/customXml" Target="../ink/ink321.xml"/><Relationship Id="rId81" Type="http://schemas.openxmlformats.org/officeDocument/2006/relationships/customXml" Target="../ink/ink322.xml"/><Relationship Id="rId82" Type="http://schemas.openxmlformats.org/officeDocument/2006/relationships/customXml" Target="../ink/ink323.xml"/><Relationship Id="rId83" Type="http://schemas.openxmlformats.org/officeDocument/2006/relationships/customXml" Target="../ink/ink324.xml"/><Relationship Id="rId84" Type="http://schemas.openxmlformats.org/officeDocument/2006/relationships/customXml" Target="../ink/ink325.xml"/><Relationship Id="rId85" Type="http://schemas.openxmlformats.org/officeDocument/2006/relationships/slideLayout" Target="../slideLayouts/slideLayout12.xml"/><Relationship Id="rId8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ustomXml" Target="../ink/ink326.xml"/><Relationship Id="rId2" Type="http://schemas.openxmlformats.org/officeDocument/2006/relationships/customXml" Target="../ink/ink327.xml"/><Relationship Id="rId3" Type="http://schemas.openxmlformats.org/officeDocument/2006/relationships/customXml" Target="../ink/ink328.xml"/><Relationship Id="rId4" Type="http://schemas.openxmlformats.org/officeDocument/2006/relationships/customXml" Target="../ink/ink329.xml"/><Relationship Id="rId5" Type="http://schemas.openxmlformats.org/officeDocument/2006/relationships/customXml" Target="../ink/ink330.xml"/><Relationship Id="rId6" Type="http://schemas.openxmlformats.org/officeDocument/2006/relationships/customXml" Target="../ink/ink331.xml"/><Relationship Id="rId7" Type="http://schemas.openxmlformats.org/officeDocument/2006/relationships/customXml" Target="../ink/ink332.xml"/><Relationship Id="rId8" Type="http://schemas.openxmlformats.org/officeDocument/2006/relationships/customXml" Target="../ink/ink333.xml"/><Relationship Id="rId9" Type="http://schemas.openxmlformats.org/officeDocument/2006/relationships/customXml" Target="../ink/ink334.xml"/><Relationship Id="rId10" Type="http://schemas.openxmlformats.org/officeDocument/2006/relationships/customXml" Target="../ink/ink335.xml"/><Relationship Id="rId11" Type="http://schemas.openxmlformats.org/officeDocument/2006/relationships/customXml" Target="../ink/ink336.xml"/><Relationship Id="rId12" Type="http://schemas.openxmlformats.org/officeDocument/2006/relationships/customXml" Target="../ink/ink337.xml"/><Relationship Id="rId13" Type="http://schemas.openxmlformats.org/officeDocument/2006/relationships/customXml" Target="../ink/ink338.xml"/><Relationship Id="rId14" Type="http://schemas.openxmlformats.org/officeDocument/2006/relationships/customXml" Target="../ink/ink339.xml"/><Relationship Id="rId15" Type="http://schemas.openxmlformats.org/officeDocument/2006/relationships/customXml" Target="../ink/ink340.xml"/><Relationship Id="rId16" Type="http://schemas.openxmlformats.org/officeDocument/2006/relationships/customXml" Target="../ink/ink341.xml"/><Relationship Id="rId17" Type="http://schemas.openxmlformats.org/officeDocument/2006/relationships/customXml" Target="../ink/ink342.xml"/><Relationship Id="rId18" Type="http://schemas.openxmlformats.org/officeDocument/2006/relationships/customXml" Target="../ink/ink343.xml"/><Relationship Id="rId19" Type="http://schemas.openxmlformats.org/officeDocument/2006/relationships/customXml" Target="../ink/ink344.xml"/><Relationship Id="rId20" Type="http://schemas.openxmlformats.org/officeDocument/2006/relationships/customXml" Target="../ink/ink345.xml"/><Relationship Id="rId21" Type="http://schemas.openxmlformats.org/officeDocument/2006/relationships/customXml" Target="../ink/ink346.xml"/><Relationship Id="rId22" Type="http://schemas.openxmlformats.org/officeDocument/2006/relationships/customXml" Target="../ink/ink347.xml"/><Relationship Id="rId23" Type="http://schemas.openxmlformats.org/officeDocument/2006/relationships/customXml" Target="../ink/ink348.xml"/><Relationship Id="rId24" Type="http://schemas.openxmlformats.org/officeDocument/2006/relationships/customXml" Target="../ink/ink349.xml"/><Relationship Id="rId25" Type="http://schemas.openxmlformats.org/officeDocument/2006/relationships/customXml" Target="../ink/ink350.xml"/><Relationship Id="rId26" Type="http://schemas.openxmlformats.org/officeDocument/2006/relationships/customXml" Target="../ink/ink351.xml"/><Relationship Id="rId27" Type="http://schemas.openxmlformats.org/officeDocument/2006/relationships/customXml" Target="../ink/ink352.xml"/><Relationship Id="rId28" Type="http://schemas.openxmlformats.org/officeDocument/2006/relationships/customXml" Target="../ink/ink353.xml"/><Relationship Id="rId29" Type="http://schemas.openxmlformats.org/officeDocument/2006/relationships/customXml" Target="../ink/ink354.xml"/><Relationship Id="rId30" Type="http://schemas.openxmlformats.org/officeDocument/2006/relationships/customXml" Target="../ink/ink355.xml"/><Relationship Id="rId31" Type="http://schemas.openxmlformats.org/officeDocument/2006/relationships/customXml" Target="../ink/ink356.xml"/><Relationship Id="rId32" Type="http://schemas.openxmlformats.org/officeDocument/2006/relationships/customXml" Target="../ink/ink357.xml"/><Relationship Id="rId33" Type="http://schemas.openxmlformats.org/officeDocument/2006/relationships/customXml" Target="../ink/ink358.xml"/><Relationship Id="rId34" Type="http://schemas.openxmlformats.org/officeDocument/2006/relationships/customXml" Target="../ink/ink359.xml"/><Relationship Id="rId35" Type="http://schemas.openxmlformats.org/officeDocument/2006/relationships/customXml" Target="../ink/ink360.xml"/><Relationship Id="rId36" Type="http://schemas.openxmlformats.org/officeDocument/2006/relationships/customXml" Target="../ink/ink361.xml"/><Relationship Id="rId37" Type="http://schemas.openxmlformats.org/officeDocument/2006/relationships/customXml" Target="../ink/ink362.xml"/><Relationship Id="rId38" Type="http://schemas.openxmlformats.org/officeDocument/2006/relationships/customXml" Target="../ink/ink363.xml"/><Relationship Id="rId39" Type="http://schemas.openxmlformats.org/officeDocument/2006/relationships/customXml" Target="../ink/ink364.xml"/><Relationship Id="rId40" Type="http://schemas.openxmlformats.org/officeDocument/2006/relationships/customXml" Target="../ink/ink365.xml"/><Relationship Id="rId41" Type="http://schemas.openxmlformats.org/officeDocument/2006/relationships/customXml" Target="../ink/ink366.xml"/><Relationship Id="rId42" Type="http://schemas.openxmlformats.org/officeDocument/2006/relationships/customXml" Target="../ink/ink367.xml"/><Relationship Id="rId43" Type="http://schemas.openxmlformats.org/officeDocument/2006/relationships/customXml" Target="../ink/ink368.xml"/><Relationship Id="rId44" Type="http://schemas.openxmlformats.org/officeDocument/2006/relationships/customXml" Target="../ink/ink369.xml"/><Relationship Id="rId45" Type="http://schemas.openxmlformats.org/officeDocument/2006/relationships/customXml" Target="../ink/ink370.xml"/><Relationship Id="rId46" Type="http://schemas.openxmlformats.org/officeDocument/2006/relationships/customXml" Target="../ink/ink371.xml"/><Relationship Id="rId47" Type="http://schemas.openxmlformats.org/officeDocument/2006/relationships/customXml" Target="../ink/ink372.xml"/><Relationship Id="rId48" Type="http://schemas.openxmlformats.org/officeDocument/2006/relationships/customXml" Target="../ink/ink373.xml"/><Relationship Id="rId49" Type="http://schemas.openxmlformats.org/officeDocument/2006/relationships/customXml" Target="../ink/ink374.xml"/><Relationship Id="rId50" Type="http://schemas.openxmlformats.org/officeDocument/2006/relationships/customXml" Target="../ink/ink375.xml"/><Relationship Id="rId51" Type="http://schemas.openxmlformats.org/officeDocument/2006/relationships/customXml" Target="../ink/ink376.xml"/><Relationship Id="rId52" Type="http://schemas.openxmlformats.org/officeDocument/2006/relationships/customXml" Target="../ink/ink377.xml"/><Relationship Id="rId53" Type="http://schemas.openxmlformats.org/officeDocument/2006/relationships/customXml" Target="../ink/ink378.xml"/><Relationship Id="rId54" Type="http://schemas.openxmlformats.org/officeDocument/2006/relationships/customXml" Target="../ink/ink379.xml"/><Relationship Id="rId55" Type="http://schemas.openxmlformats.org/officeDocument/2006/relationships/customXml" Target="../ink/ink380.xml"/><Relationship Id="rId56" Type="http://schemas.openxmlformats.org/officeDocument/2006/relationships/customXml" Target="../ink/ink381.xml"/><Relationship Id="rId57" Type="http://schemas.openxmlformats.org/officeDocument/2006/relationships/customXml" Target="../ink/ink382.xml"/><Relationship Id="rId58" Type="http://schemas.openxmlformats.org/officeDocument/2006/relationships/customXml" Target="../ink/ink383.xml"/><Relationship Id="rId59" Type="http://schemas.openxmlformats.org/officeDocument/2006/relationships/customXml" Target="../ink/ink384.xml"/><Relationship Id="rId60" Type="http://schemas.openxmlformats.org/officeDocument/2006/relationships/slideLayout" Target="../slideLayouts/slideLayout12.xml"/><Relationship Id="rId6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5.png"/><Relationship Id="rId2" Type="http://schemas.openxmlformats.org/officeDocument/2006/relationships/image" Target="../media/5.png"/><Relationship Id="rId3" Type="http://schemas.openxmlformats.org/officeDocument/2006/relationships/image" Target="../media/5.png"/><Relationship Id="rId4" Type="http://schemas.openxmlformats.org/officeDocument/2006/relationships/image" Target="../media/5.png"/><Relationship Id="rId5" Type="http://schemas.openxmlformats.org/officeDocument/2006/relationships/image" Target="../media/6.png"/><Relationship Id="rId6" Type="http://schemas.openxmlformats.org/officeDocument/2006/relationships/customXml" Target="../ink/ink385.xml"/><Relationship Id="rId7" Type="http://schemas.openxmlformats.org/officeDocument/2006/relationships/customXml" Target="../ink/ink386.xml"/><Relationship Id="rId8" Type="http://schemas.openxmlformats.org/officeDocument/2006/relationships/customXml" Target="../ink/ink387.xml"/><Relationship Id="rId9" Type="http://schemas.openxmlformats.org/officeDocument/2006/relationships/customXml" Target="../ink/ink388.xml"/><Relationship Id="rId10" Type="http://schemas.openxmlformats.org/officeDocument/2006/relationships/customXml" Target="../ink/ink389.xml"/><Relationship Id="rId11" Type="http://schemas.openxmlformats.org/officeDocument/2006/relationships/customXml" Target="../ink/ink390.xml"/><Relationship Id="rId12" Type="http://schemas.openxmlformats.org/officeDocument/2006/relationships/customXml" Target="../ink/ink391.xml"/><Relationship Id="rId13" Type="http://schemas.openxmlformats.org/officeDocument/2006/relationships/customXml" Target="../ink/ink392.xml"/><Relationship Id="rId14" Type="http://schemas.openxmlformats.org/officeDocument/2006/relationships/customXml" Target="../ink/ink393.xml"/><Relationship Id="rId15" Type="http://schemas.openxmlformats.org/officeDocument/2006/relationships/customXml" Target="../ink/ink394.xml"/><Relationship Id="rId16" Type="http://schemas.openxmlformats.org/officeDocument/2006/relationships/customXml" Target="../ink/ink395.xml"/><Relationship Id="rId17" Type="http://schemas.openxmlformats.org/officeDocument/2006/relationships/customXml" Target="../ink/ink396.xml"/><Relationship Id="rId18" Type="http://schemas.openxmlformats.org/officeDocument/2006/relationships/customXml" Target="../ink/ink397.xml"/><Relationship Id="rId19" Type="http://schemas.openxmlformats.org/officeDocument/2006/relationships/customXml" Target="../ink/ink398.xml"/><Relationship Id="rId20" Type="http://schemas.openxmlformats.org/officeDocument/2006/relationships/customXml" Target="../ink/ink399.xml"/><Relationship Id="rId21" Type="http://schemas.openxmlformats.org/officeDocument/2006/relationships/customXml" Target="../ink/ink400.xml"/><Relationship Id="rId22" Type="http://schemas.openxmlformats.org/officeDocument/2006/relationships/customXml" Target="../ink/ink401.xml"/><Relationship Id="rId23" Type="http://schemas.openxmlformats.org/officeDocument/2006/relationships/customXml" Target="../ink/ink402.xml"/><Relationship Id="rId24" Type="http://schemas.openxmlformats.org/officeDocument/2006/relationships/customXml" Target="../ink/ink403.xml"/><Relationship Id="rId25" Type="http://schemas.openxmlformats.org/officeDocument/2006/relationships/customXml" Target="../ink/ink404.xml"/><Relationship Id="rId26" Type="http://schemas.openxmlformats.org/officeDocument/2006/relationships/customXml" Target="../ink/ink405.xml"/><Relationship Id="rId27" Type="http://schemas.openxmlformats.org/officeDocument/2006/relationships/customXml" Target="../ink/ink406.xml"/><Relationship Id="rId28" Type="http://schemas.openxmlformats.org/officeDocument/2006/relationships/customXml" Target="../ink/ink407.xml"/><Relationship Id="rId29" Type="http://schemas.openxmlformats.org/officeDocument/2006/relationships/customXml" Target="../ink/ink408.xml"/><Relationship Id="rId30" Type="http://schemas.openxmlformats.org/officeDocument/2006/relationships/customXml" Target="../ink/ink409.xml"/><Relationship Id="rId31" Type="http://schemas.openxmlformats.org/officeDocument/2006/relationships/customXml" Target="../ink/ink410.xml"/><Relationship Id="rId32" Type="http://schemas.openxmlformats.org/officeDocument/2006/relationships/customXml" Target="../ink/ink411.xml"/><Relationship Id="rId33" Type="http://schemas.openxmlformats.org/officeDocument/2006/relationships/customXml" Target="../ink/ink412.xml"/><Relationship Id="rId34" Type="http://schemas.openxmlformats.org/officeDocument/2006/relationships/customXml" Target="../ink/ink413.xml"/><Relationship Id="rId35" Type="http://schemas.openxmlformats.org/officeDocument/2006/relationships/customXml" Target="../ink/ink414.xml"/><Relationship Id="rId36" Type="http://schemas.openxmlformats.org/officeDocument/2006/relationships/customXml" Target="../ink/ink415.xml"/><Relationship Id="rId37" Type="http://schemas.openxmlformats.org/officeDocument/2006/relationships/customXml" Target="../ink/ink416.xml"/><Relationship Id="rId38" Type="http://schemas.openxmlformats.org/officeDocument/2006/relationships/customXml" Target="../ink/ink417.xml"/><Relationship Id="rId39" Type="http://schemas.openxmlformats.org/officeDocument/2006/relationships/customXml" Target="../ink/ink418.xml"/><Relationship Id="rId40" Type="http://schemas.openxmlformats.org/officeDocument/2006/relationships/customXml" Target="../ink/ink419.xml"/><Relationship Id="rId41" Type="http://schemas.openxmlformats.org/officeDocument/2006/relationships/customXml" Target="../ink/ink420.xml"/><Relationship Id="rId42" Type="http://schemas.openxmlformats.org/officeDocument/2006/relationships/customXml" Target="../ink/ink421.xml"/><Relationship Id="rId43" Type="http://schemas.openxmlformats.org/officeDocument/2006/relationships/customXml" Target="../ink/ink422.xml"/><Relationship Id="rId44" Type="http://schemas.openxmlformats.org/officeDocument/2006/relationships/customXml" Target="../ink/ink423.xml"/><Relationship Id="rId45" Type="http://schemas.openxmlformats.org/officeDocument/2006/relationships/customXml" Target="../ink/ink424.xml"/><Relationship Id="rId46" Type="http://schemas.openxmlformats.org/officeDocument/2006/relationships/customXml" Target="../ink/ink425.xml"/><Relationship Id="rId47" Type="http://schemas.openxmlformats.org/officeDocument/2006/relationships/customXml" Target="../ink/ink426.xml"/><Relationship Id="rId48" Type="http://schemas.openxmlformats.org/officeDocument/2006/relationships/customXml" Target="../ink/ink427.xml"/><Relationship Id="rId49" Type="http://schemas.openxmlformats.org/officeDocument/2006/relationships/customXml" Target="../ink/ink428.xml"/><Relationship Id="rId50" Type="http://schemas.openxmlformats.org/officeDocument/2006/relationships/customXml" Target="../ink/ink429.xml"/><Relationship Id="rId51" Type="http://schemas.openxmlformats.org/officeDocument/2006/relationships/customXml" Target="../ink/ink430.xml"/><Relationship Id="rId52" Type="http://schemas.openxmlformats.org/officeDocument/2006/relationships/customXml" Target="../ink/ink431.xml"/><Relationship Id="rId53" Type="http://schemas.openxmlformats.org/officeDocument/2006/relationships/customXml" Target="../ink/ink432.xml"/><Relationship Id="rId54" Type="http://schemas.openxmlformats.org/officeDocument/2006/relationships/customXml" Target="../ink/ink433.xml"/><Relationship Id="rId55" Type="http://schemas.openxmlformats.org/officeDocument/2006/relationships/customXml" Target="../ink/ink434.xml"/><Relationship Id="rId56" Type="http://schemas.openxmlformats.org/officeDocument/2006/relationships/customXml" Target="../ink/ink435.xml"/><Relationship Id="rId57" Type="http://schemas.openxmlformats.org/officeDocument/2006/relationships/customXml" Target="../ink/ink436.xml"/><Relationship Id="rId58" Type="http://schemas.openxmlformats.org/officeDocument/2006/relationships/customXml" Target="../ink/ink437.xml"/><Relationship Id="rId59" Type="http://schemas.openxmlformats.org/officeDocument/2006/relationships/customXml" Target="../ink/ink438.xml"/><Relationship Id="rId60" Type="http://schemas.openxmlformats.org/officeDocument/2006/relationships/customXml" Target="../ink/ink439.xml"/><Relationship Id="rId61" Type="http://schemas.openxmlformats.org/officeDocument/2006/relationships/customXml" Target="../ink/ink440.xml"/><Relationship Id="rId62" Type="http://schemas.openxmlformats.org/officeDocument/2006/relationships/customXml" Target="../ink/ink441.xml"/><Relationship Id="rId63" Type="http://schemas.openxmlformats.org/officeDocument/2006/relationships/customXml" Target="../ink/ink442.xml"/><Relationship Id="rId64" Type="http://schemas.openxmlformats.org/officeDocument/2006/relationships/customXml" Target="../ink/ink443.xml"/><Relationship Id="rId65" Type="http://schemas.openxmlformats.org/officeDocument/2006/relationships/customXml" Target="../ink/ink444.xml"/><Relationship Id="rId66" Type="http://schemas.openxmlformats.org/officeDocument/2006/relationships/customXml" Target="../ink/ink445.xml"/><Relationship Id="rId67" Type="http://schemas.openxmlformats.org/officeDocument/2006/relationships/customXml" Target="../ink/ink446.xml"/><Relationship Id="rId68" Type="http://schemas.openxmlformats.org/officeDocument/2006/relationships/customXml" Target="../ink/ink447.xml"/><Relationship Id="rId69" Type="http://schemas.openxmlformats.org/officeDocument/2006/relationships/customXml" Target="../ink/ink448.xml"/><Relationship Id="rId70" Type="http://schemas.openxmlformats.org/officeDocument/2006/relationships/customXml" Target="../ink/ink449.xml"/><Relationship Id="rId71" Type="http://schemas.openxmlformats.org/officeDocument/2006/relationships/customXml" Target="../ink/ink450.xml"/><Relationship Id="rId72" Type="http://schemas.openxmlformats.org/officeDocument/2006/relationships/customXml" Target="../ink/ink451.xml"/><Relationship Id="rId73" Type="http://schemas.openxmlformats.org/officeDocument/2006/relationships/customXml" Target="../ink/ink452.xml"/><Relationship Id="rId74" Type="http://schemas.openxmlformats.org/officeDocument/2006/relationships/customXml" Target="../ink/ink453.xml"/><Relationship Id="rId75" Type="http://schemas.openxmlformats.org/officeDocument/2006/relationships/customXml" Target="../ink/ink454.xml"/><Relationship Id="rId76" Type="http://schemas.openxmlformats.org/officeDocument/2006/relationships/customXml" Target="../ink/ink455.xml"/><Relationship Id="rId77" Type="http://schemas.openxmlformats.org/officeDocument/2006/relationships/customXml" Target="../ink/ink456.xml"/><Relationship Id="rId78" Type="http://schemas.openxmlformats.org/officeDocument/2006/relationships/customXml" Target="../ink/ink457.xml"/><Relationship Id="rId79" Type="http://schemas.openxmlformats.org/officeDocument/2006/relationships/customXml" Target="../ink/ink458.xml"/><Relationship Id="rId80" Type="http://schemas.openxmlformats.org/officeDocument/2006/relationships/customXml" Target="../ink/ink459.xml"/><Relationship Id="rId81" Type="http://schemas.openxmlformats.org/officeDocument/2006/relationships/customXml" Target="../ink/ink460.xml"/><Relationship Id="rId82" Type="http://schemas.openxmlformats.org/officeDocument/2006/relationships/customXml" Target="../ink/ink461.xml"/><Relationship Id="rId83" Type="http://schemas.openxmlformats.org/officeDocument/2006/relationships/slideLayout" Target="../slideLayouts/slideLayout12.xml"/><Relationship Id="rId84" Type="http://schemas.openxmlformats.org/officeDocument/2006/relationships/notesSlide" Target="../notesSlides/notesSlide7.xml"/></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1" name="Rectangle"/>
          <p:cNvSpPr>
            <a:spLocks/>
          </p:cNvSpPr>
          <p:nvPr/>
        </p:nvSpPr>
        <p:spPr>
          <a:xfrm rot="0">
            <a:off x="496119" y="1990651"/>
            <a:ext cx="8151763" cy="387547"/>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2400" b="0" i="0" u="none" strike="noStrike" kern="1200" cap="none" spc="0" baseline="0">
                <a:solidFill>
                  <a:srgbClr val="1B1B27"/>
                </a:solidFill>
                <a:latin typeface="Raleway" pitchFamily="34" charset="0"/>
                <a:ea typeface="Raleway" pitchFamily="34" charset="0"/>
                <a:cs typeface="Raleway" pitchFamily="34" charset="0"/>
              </a:rPr>
              <a:t>Cybersecurity Incident Response AI Agent</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 name="Rectangle"/>
          <p:cNvSpPr>
            <a:spLocks/>
          </p:cNvSpPr>
          <p:nvPr/>
        </p:nvSpPr>
        <p:spPr>
          <a:xfrm rot="0">
            <a:off x="267519" y="2626221"/>
            <a:ext cx="8608963" cy="198461"/>
          </a:xfrm>
          <a:prstGeom prst="rect"/>
          <a:noFill/>
          <a:ln w="12700" cmpd="sng" cap="flat">
            <a:noFill/>
            <a:prstDash val="solid"/>
            <a:miter/>
          </a:ln>
        </p:spPr>
        <p:txBody>
          <a:bodyPr vert="horz" wrap="none" lIns="0" tIns="0" rIns="0" bIns="0" anchor="t" anchorCtr="0">
            <a:prstTxWarp prst="textNoShape"/>
          </a:bodyPr>
          <a:lstStyle/>
          <a:p>
            <a:pPr marL="0" indent="0" algn="ctr">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An intelligent system for analyzing cybersecurity incidents and delivering actionable response recommendations.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 name="Rounded rectangle"/>
          <p:cNvSpPr>
            <a:spLocks/>
          </p:cNvSpPr>
          <p:nvPr/>
        </p:nvSpPr>
        <p:spPr>
          <a:xfrm rot="0">
            <a:off x="3340522" y="2964210"/>
            <a:ext cx="1200745" cy="188564"/>
          </a:xfrm>
          <a:prstGeom prst="roundRect">
            <a:avLst>
              <a:gd name="adj" fmla="val 22101"/>
            </a:avLst>
          </a:prstGeom>
          <a:solidFill>
            <a:srgbClr val="E1E1EA"/>
          </a:solidFill>
          <a:ln w="12700" cmpd="sng" cap="flat">
            <a:noFill/>
            <a:prstDash val="solid"/>
            <a:miter/>
          </a:ln>
        </p:spPr>
      </p:sp>
      <p:sp>
        <p:nvSpPr>
          <p:cNvPr id="14" name="Rectangle"/>
          <p:cNvSpPr>
            <a:spLocks/>
          </p:cNvSpPr>
          <p:nvPr/>
        </p:nvSpPr>
        <p:spPr>
          <a:xfrm rot="0">
            <a:off x="3414936" y="3001417"/>
            <a:ext cx="1509116" cy="114150"/>
          </a:xfrm>
          <a:prstGeom prst="rect"/>
          <a:noFill/>
          <a:ln w="12700" cmpd="sng" cap="flat">
            <a:noFill/>
            <a:prstDash val="solid"/>
            <a:miter/>
          </a:ln>
        </p:spPr>
        <p:txBody>
          <a:bodyPr vert="horz" wrap="none" lIns="0" tIns="0" rIns="0" bIns="0" anchor="t" anchorCtr="0">
            <a:prstTxWarp prst="textNoShape"/>
          </a:bodyPr>
          <a:lstStyle/>
          <a:p>
            <a:pPr marL="0" indent="0" algn="l">
              <a:lnSpc>
                <a:spcPct val="96000"/>
              </a:lnSpc>
              <a:spcBef>
                <a:spcPts val="0"/>
              </a:spcBef>
              <a:spcAft>
                <a:spcPts val="0"/>
              </a:spcAft>
              <a:buNone/>
            </a:pPr>
            <a:r>
              <a:rPr lang="en-US" altLang="zh-CN" sz="750" b="0" i="0" u="none" strike="noStrike" kern="1200" cap="none" spc="0" baseline="0">
                <a:solidFill>
                  <a:srgbClr val="3C3939"/>
                </a:solidFill>
                <a:latin typeface="Roboto" pitchFamily="34" charset="0"/>
                <a:ea typeface="Roboto" pitchFamily="34" charset="0"/>
                <a:cs typeface="Roboto" pitchFamily="34" charset="0"/>
              </a:rPr>
              <a:t>AI-POWERED SECURITY</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 name="Rounded rectangle"/>
          <p:cNvSpPr>
            <a:spLocks/>
          </p:cNvSpPr>
          <p:nvPr/>
        </p:nvSpPr>
        <p:spPr>
          <a:xfrm rot="0">
            <a:off x="4603254" y="2964210"/>
            <a:ext cx="1200224" cy="188564"/>
          </a:xfrm>
          <a:prstGeom prst="roundRect">
            <a:avLst>
              <a:gd name="adj" fmla="val 22101"/>
            </a:avLst>
          </a:prstGeom>
          <a:noFill/>
          <a:ln w="4763" cmpd="sng" cap="flat">
            <a:solidFill>
              <a:srgbClr val="1B1B27"/>
            </a:solidFill>
            <a:prstDash val="solid"/>
            <a:round/>
          </a:ln>
        </p:spPr>
      </p:sp>
      <p:sp>
        <p:nvSpPr>
          <p:cNvPr id="16" name="Rectangle"/>
          <p:cNvSpPr>
            <a:spLocks/>
          </p:cNvSpPr>
          <p:nvPr/>
        </p:nvSpPr>
        <p:spPr>
          <a:xfrm rot="0">
            <a:off x="4677668" y="3001417"/>
            <a:ext cx="1508596" cy="114150"/>
          </a:xfrm>
          <a:prstGeom prst="rect"/>
          <a:noFill/>
          <a:ln w="12700" cmpd="sng" cap="flat">
            <a:noFill/>
            <a:prstDash val="solid"/>
            <a:miter/>
          </a:ln>
        </p:spPr>
        <p:txBody>
          <a:bodyPr vert="horz" wrap="none" lIns="0" tIns="0" rIns="0" bIns="0" anchor="t" anchorCtr="0">
            <a:prstTxWarp prst="textNoShape"/>
          </a:bodyPr>
          <a:lstStyle/>
          <a:p>
            <a:pPr marL="0" indent="0" algn="l">
              <a:lnSpc>
                <a:spcPct val="96000"/>
              </a:lnSpc>
              <a:spcBef>
                <a:spcPts val="0"/>
              </a:spcBef>
              <a:spcAft>
                <a:spcPts val="0"/>
              </a:spcAft>
              <a:buNone/>
            </a:pPr>
            <a:r>
              <a:rPr lang="en-US" altLang="zh-CN" sz="750" b="0" i="0" u="none" strike="noStrike" kern="1200" cap="none" spc="0" baseline="0">
                <a:solidFill>
                  <a:srgbClr val="1B1B27"/>
                </a:solidFill>
                <a:latin typeface="Roboto" pitchFamily="34" charset="0"/>
                <a:ea typeface="Roboto" pitchFamily="34" charset="0"/>
                <a:cs typeface="Roboto" pitchFamily="34" charset="0"/>
              </a:rPr>
              <a:t>WRITE TO U2U SYSTEM</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1">
            <p14:nvContentPartPr>
              <p14:cNvPr id="147" name="Mobile phone user"/>
              <p14:cNvContentPartPr>
                <a14:cpLocks xmlns:a14="http://schemas.microsoft.com/office/drawing/2010/main" noSelect="1" noChangeArrowheads="1"/>
              </p14:cNvContentPartPr>
              <p14:nvPr/>
            </p14:nvContentPartPr>
            <p14:xfrm>
              <a:off x="3277496" y="2963945"/>
              <a:ext cx="1378441" cy="174523"/>
            </p14:xfrm>
          </p:contentPart>
        </mc:Choice>
        <mc:Fallback/>
      </mc:AlternateContent>
      <mc:AlternateContent xmlns:mc="http://schemas.openxmlformats.org/markup-compatibility/2006">
        <mc:Choice xmlns:p14="http://schemas.microsoft.com/office/powerpoint/2010/main" Requires="p14">
          <p:contentPart r:id="rId2">
            <p14:nvContentPartPr>
              <p14:cNvPr id="148" name="Mobile phone user"/>
              <p14:cNvContentPartPr>
                <a14:cpLocks xmlns:a14="http://schemas.microsoft.com/office/drawing/2010/main" noSelect="1" noChangeArrowheads="1"/>
              </p14:cNvContentPartPr>
              <p14:nvPr/>
            </p14:nvContentPartPr>
            <p14:xfrm>
              <a:off x="3261227" y="2984651"/>
              <a:ext cx="1366609" cy="139027"/>
            </p14:xfrm>
          </p:contentPart>
        </mc:Choice>
        <mc:Fallback/>
      </mc:AlternateContent>
      <mc:AlternateContent xmlns:mc="http://schemas.openxmlformats.org/markup-compatibility/2006">
        <mc:Choice xmlns:p14="http://schemas.microsoft.com/office/powerpoint/2010/main" Requires="p14">
          <p:contentPart r:id="rId3">
            <p14:nvContentPartPr>
              <p14:cNvPr id="149" name="Mobile phone user"/>
              <p14:cNvContentPartPr>
                <a14:cpLocks xmlns:a14="http://schemas.microsoft.com/office/drawing/2010/main" noSelect="1" noChangeArrowheads="1"/>
              </p14:cNvContentPartPr>
              <p14:nvPr/>
            </p14:nvContentPartPr>
            <p14:xfrm>
              <a:off x="3293766" y="2994634"/>
              <a:ext cx="1605233" cy="161583"/>
            </p14:xfrm>
          </p:contentPart>
        </mc:Choice>
        <mc:Fallback/>
      </mc:AlternateContent>
      <mc:AlternateContent xmlns:mc="http://schemas.openxmlformats.org/markup-compatibility/2006">
        <mc:Choice xmlns:p14="http://schemas.microsoft.com/office/powerpoint/2010/main" Requires="p14">
          <p:contentPart r:id="rId4">
            <p14:nvContentPartPr>
              <p14:cNvPr id="150" name="Mobile phone user"/>
              <p14:cNvContentPartPr>
                <a14:cpLocks xmlns:a14="http://schemas.microsoft.com/office/drawing/2010/main" noSelect="1" noChangeArrowheads="1"/>
              </p14:cNvContentPartPr>
              <p14:nvPr/>
            </p14:nvContentPartPr>
            <p14:xfrm>
              <a:off x="3258270" y="2946935"/>
              <a:ext cx="1305108" cy="173785"/>
            </p14:xfrm>
          </p:contentPart>
        </mc:Choice>
        <mc:Fallback/>
      </mc:AlternateContent>
      <mc:AlternateContent xmlns:mc="http://schemas.openxmlformats.org/markup-compatibility/2006">
        <mc:Choice xmlns:p14="http://schemas.microsoft.com/office/powerpoint/2010/main" Requires="p14">
          <p:contentPart r:id="rId5">
            <p14:nvContentPartPr>
              <p14:cNvPr id="151" name="Mobile phone user"/>
              <p14:cNvContentPartPr>
                <a14:cpLocks xmlns:a14="http://schemas.microsoft.com/office/drawing/2010/main" noSelect="1" noChangeArrowheads="1"/>
              </p14:cNvContentPartPr>
              <p14:nvPr/>
            </p14:nvContentPartPr>
            <p14:xfrm>
              <a:off x="3333188" y="2960349"/>
              <a:ext cx="1357183" cy="161972"/>
            </p14:xfrm>
          </p:contentPart>
        </mc:Choice>
        <mc:Fallback/>
      </mc:AlternateContent>
      <mc:AlternateContent xmlns:mc="http://schemas.openxmlformats.org/markup-compatibility/2006">
        <mc:Choice xmlns:p14="http://schemas.microsoft.com/office/powerpoint/2010/main" Requires="p14">
          <p:contentPart r:id="rId6">
            <p14:nvContentPartPr>
              <p14:cNvPr id="152" name="Mobile phone user"/>
              <p14:cNvContentPartPr>
                <a14:cpLocks xmlns:a14="http://schemas.microsoft.com/office/drawing/2010/main" noSelect="1" noChangeArrowheads="1"/>
              </p14:cNvContentPartPr>
              <p14:nvPr/>
            </p14:nvContentPartPr>
            <p14:xfrm>
              <a:off x="3347010" y="2969861"/>
              <a:ext cx="1141799" cy="193750"/>
            </p14:xfrm>
          </p:contentPart>
        </mc:Choice>
        <mc:Fallback/>
      </mc:AlternateContent>
      <mc:AlternateContent xmlns:mc="http://schemas.openxmlformats.org/markup-compatibility/2006">
        <mc:Choice xmlns:p14="http://schemas.microsoft.com/office/powerpoint/2010/main" Requires="p14">
          <p:contentPart r:id="rId7">
            <p14:nvContentPartPr>
              <p14:cNvPr id="153" name="Mobile phone user"/>
              <p14:cNvContentPartPr>
                <a14:cpLocks xmlns:a14="http://schemas.microsoft.com/office/drawing/2010/main" noSelect="1" noChangeArrowheads="1"/>
              </p14:cNvContentPartPr>
              <p14:nvPr/>
            </p14:nvContentPartPr>
            <p14:xfrm>
              <a:off x="3194671" y="3009784"/>
              <a:ext cx="1493815" cy="226300"/>
            </p14:xfrm>
          </p:contentPart>
        </mc:Choice>
        <mc:Fallback/>
      </mc:AlternateContent>
      <mc:AlternateContent xmlns:mc="http://schemas.openxmlformats.org/markup-compatibility/2006">
        <mc:Choice xmlns:p14="http://schemas.microsoft.com/office/powerpoint/2010/main" Requires="p14">
          <p:contentPart r:id="rId8">
            <p14:nvContentPartPr>
              <p14:cNvPr id="154" name="Mobile phone user"/>
              <p14:cNvContentPartPr>
                <a14:cpLocks xmlns:a14="http://schemas.microsoft.com/office/drawing/2010/main" noSelect="1" noChangeArrowheads="1"/>
              </p14:cNvContentPartPr>
              <p14:nvPr/>
            </p14:nvContentPartPr>
            <p14:xfrm>
              <a:off x="3381970" y="2976285"/>
              <a:ext cx="2163826" cy="227796"/>
            </p14:xfrm>
          </p:contentPart>
        </mc:Choice>
        <mc:Fallback/>
      </mc:AlternateContent>
      <mc:AlternateContent xmlns:mc="http://schemas.openxmlformats.org/markup-compatibility/2006">
        <mc:Choice xmlns:p14="http://schemas.microsoft.com/office/powerpoint/2010/main" Requires="p14">
          <p:contentPart r:id="rId9">
            <p14:nvContentPartPr>
              <p14:cNvPr id="155" name="Mobile phone user"/>
              <p14:cNvContentPartPr>
                <a14:cpLocks xmlns:a14="http://schemas.microsoft.com/office/drawing/2010/main" noSelect="1" noChangeArrowheads="1"/>
              </p14:cNvContentPartPr>
              <p14:nvPr/>
            </p14:nvContentPartPr>
            <p14:xfrm>
              <a:off x="4215192" y="2997963"/>
              <a:ext cx="1036789" cy="130153"/>
            </p14:xfrm>
          </p:contentPart>
        </mc:Choice>
        <mc:Fallback/>
      </mc:AlternateContent>
      <mc:AlternateContent xmlns:mc="http://schemas.openxmlformats.org/markup-compatibility/2006">
        <mc:Choice xmlns:p14="http://schemas.microsoft.com/office/powerpoint/2010/main" Requires="p14">
          <p:contentPart r:id="rId10">
            <p14:nvContentPartPr>
              <p14:cNvPr id="156" name="Mobile phone user"/>
              <p14:cNvContentPartPr>
                <a14:cpLocks xmlns:a14="http://schemas.microsoft.com/office/drawing/2010/main" noSelect="1" noChangeArrowheads="1"/>
              </p14:cNvContentPartPr>
              <p14:nvPr/>
            </p14:nvContentPartPr>
            <p14:xfrm>
              <a:off x="4376404" y="2925491"/>
              <a:ext cx="1271953" cy="162691"/>
            </p14:xfrm>
          </p:contentPart>
        </mc:Choice>
        <mc:Fallback/>
      </mc:AlternateContent>
      <mc:AlternateContent xmlns:mc="http://schemas.openxmlformats.org/markup-compatibility/2006">
        <mc:Choice xmlns:p14="http://schemas.microsoft.com/office/powerpoint/2010/main" Requires="p14">
          <p:contentPart r:id="rId11">
            <p14:nvContentPartPr>
              <p14:cNvPr id="157" name="Mobile phone user"/>
              <p14:cNvContentPartPr>
                <a14:cpLocks xmlns:a14="http://schemas.microsoft.com/office/drawing/2010/main" noSelect="1" noChangeArrowheads="1"/>
              </p14:cNvContentPartPr>
              <p14:nvPr/>
            </p14:nvContentPartPr>
            <p14:xfrm>
              <a:off x="4358656" y="2965424"/>
              <a:ext cx="1305970" cy="152338"/>
            </p14:xfrm>
          </p:contentPart>
        </mc:Choice>
        <mc:Fallback/>
      </mc:AlternateContent>
      <mc:AlternateContent xmlns:mc="http://schemas.openxmlformats.org/markup-compatibility/2006">
        <mc:Choice xmlns:p14="http://schemas.microsoft.com/office/powerpoint/2010/main" Requires="p14">
          <p:contentPart r:id="rId12">
            <p14:nvContentPartPr>
              <p14:cNvPr id="158" name="Mobile phone user"/>
              <p14:cNvContentPartPr>
                <a14:cpLocks xmlns:a14="http://schemas.microsoft.com/office/drawing/2010/main" noSelect="1" noChangeArrowheads="1"/>
              </p14:cNvContentPartPr>
              <p14:nvPr/>
            </p14:nvContentPartPr>
            <p14:xfrm>
              <a:off x="4468103" y="2924012"/>
              <a:ext cx="1495283" cy="161212"/>
            </p14:xfrm>
          </p:contentPart>
        </mc:Choice>
        <mc:Fallback/>
      </mc:AlternateContent>
      <mc:AlternateContent xmlns:mc="http://schemas.openxmlformats.org/markup-compatibility/2006">
        <mc:Choice xmlns:p14="http://schemas.microsoft.com/office/powerpoint/2010/main" Requires="p14">
          <p:contentPart r:id="rId13">
            <p14:nvContentPartPr>
              <p14:cNvPr id="159" name="Mobile phone user"/>
              <p14:cNvContentPartPr>
                <a14:cpLocks xmlns:a14="http://schemas.microsoft.com/office/drawing/2010/main" noSelect="1" noChangeArrowheads="1"/>
              </p14:cNvContentPartPr>
              <p14:nvPr/>
            </p14:nvContentPartPr>
            <p14:xfrm>
              <a:off x="4465145" y="2993525"/>
              <a:ext cx="1595856" cy="127195"/>
            </p14:xfrm>
          </p:contentPart>
        </mc:Choice>
        <mc:Fallback/>
      </mc:AlternateContent>
      <mc:AlternateContent xmlns:mc="http://schemas.openxmlformats.org/markup-compatibility/2006">
        <mc:Choice xmlns:p14="http://schemas.microsoft.com/office/powerpoint/2010/main" Requires="p14">
          <p:contentPart r:id="rId14">
            <p14:nvContentPartPr>
              <p14:cNvPr id="160" name="Mobile phone user"/>
              <p14:cNvContentPartPr>
                <a14:cpLocks xmlns:a14="http://schemas.microsoft.com/office/drawing/2010/main" noSelect="1" noChangeArrowheads="1"/>
              </p14:cNvContentPartPr>
              <p14:nvPr/>
            </p14:nvContentPartPr>
            <p14:xfrm>
              <a:off x="4492641" y="2963945"/>
              <a:ext cx="1489973" cy="144070"/>
            </p14:xfrm>
          </p:contentPart>
        </mc:Choice>
        <mc:Fallback/>
      </mc:AlternateContent>
      <mc:AlternateContent xmlns:mc="http://schemas.openxmlformats.org/markup-compatibility/2006">
        <mc:Choice xmlns:p14="http://schemas.microsoft.com/office/powerpoint/2010/main" Requires="p14">
          <p:contentPart r:id="rId15">
            <p14:nvContentPartPr>
              <p14:cNvPr id="161" name="Mobile phone user"/>
              <p14:cNvContentPartPr>
                <a14:cpLocks xmlns:a14="http://schemas.microsoft.com/office/drawing/2010/main" noSelect="1" noChangeArrowheads="1"/>
              </p14:cNvContentPartPr>
              <p14:nvPr/>
            </p14:nvContentPartPr>
            <p14:xfrm>
              <a:off x="4447034" y="2962466"/>
              <a:ext cx="1435007" cy="133474"/>
            </p14:xfrm>
          </p:contentPart>
        </mc:Choice>
        <mc:Fallback/>
      </mc:AlternateContent>
      <mc:AlternateContent xmlns:mc="http://schemas.openxmlformats.org/markup-compatibility/2006">
        <mc:Choice xmlns:p14="http://schemas.microsoft.com/office/powerpoint/2010/main" Requires="p14">
          <p:contentPart r:id="rId16">
            <p14:nvContentPartPr>
              <p14:cNvPr id="162" name="Mobile phone user"/>
              <p14:cNvContentPartPr>
                <a14:cpLocks xmlns:a14="http://schemas.microsoft.com/office/drawing/2010/main" noSelect="1" noChangeArrowheads="1"/>
              </p14:cNvContentPartPr>
              <p14:nvPr/>
            </p14:nvContentPartPr>
            <p14:xfrm>
              <a:off x="4445918" y="2895457"/>
              <a:ext cx="1402559" cy="155750"/>
            </p14:xfrm>
          </p:contentPart>
        </mc:Choice>
        <mc:Fallback/>
      </mc:AlternateContent>
      <mc:AlternateContent xmlns:mc="http://schemas.openxmlformats.org/markup-compatibility/2006">
        <mc:Choice xmlns:p14="http://schemas.microsoft.com/office/powerpoint/2010/main" Requires="p14">
          <p:contentPart r:id="rId17">
            <p14:nvContentPartPr>
              <p14:cNvPr id="163" name="Mobile phone user"/>
              <p14:cNvContentPartPr>
                <a14:cpLocks xmlns:a14="http://schemas.microsoft.com/office/drawing/2010/main" noSelect="1" noChangeArrowheads="1"/>
              </p14:cNvContentPartPr>
              <p14:nvPr/>
            </p14:nvContentPartPr>
            <p14:xfrm>
              <a:off x="4497684" y="2943239"/>
              <a:ext cx="1433165" cy="139027"/>
            </p14:xfrm>
          </p:contentPart>
        </mc:Choice>
        <mc:Fallback/>
      </mc:AlternateContent>
      <mc:AlternateContent xmlns:mc="http://schemas.openxmlformats.org/markup-compatibility/2006">
        <mc:Choice xmlns:p14="http://schemas.microsoft.com/office/powerpoint/2010/main" Requires="p14">
          <p:contentPart r:id="rId18">
            <p14:nvContentPartPr>
              <p14:cNvPr id="164" name="Mobile phone user"/>
              <p14:cNvContentPartPr>
                <a14:cpLocks xmlns:a14="http://schemas.microsoft.com/office/drawing/2010/main" noSelect="1" noChangeArrowheads="1"/>
              </p14:cNvContentPartPr>
              <p14:nvPr/>
            </p14:nvContentPartPr>
            <p14:xfrm>
              <a:off x="4604186" y="2892953"/>
              <a:ext cx="1357721" cy="193736"/>
            </p14:xfrm>
          </p:contentPart>
        </mc:Choice>
        <mc:Fallback/>
      </mc:AlternateContent>
      <mc:AlternateContent xmlns:mc="http://schemas.openxmlformats.org/markup-compatibility/2006">
        <mc:Choice xmlns:p14="http://schemas.microsoft.com/office/powerpoint/2010/main" Requires="p14">
          <p:contentPart r:id="rId19">
            <p14:nvContentPartPr>
              <p14:cNvPr id="165" name="Mobile phone user"/>
              <p14:cNvContentPartPr>
                <a14:cpLocks xmlns:a14="http://schemas.microsoft.com/office/drawing/2010/main" noSelect="1" noChangeArrowheads="1"/>
              </p14:cNvContentPartPr>
              <p14:nvPr/>
            </p14:nvContentPartPr>
            <p14:xfrm>
              <a:off x="4528743" y="2940281"/>
              <a:ext cx="1588461" cy="170086"/>
            </p14:xfrm>
          </p:contentPart>
        </mc:Choice>
        <mc:Fallback/>
      </mc:AlternateContent>
      <mc:AlternateContent xmlns:mc="http://schemas.openxmlformats.org/markup-compatibility/2006">
        <mc:Choice xmlns:p14="http://schemas.microsoft.com/office/powerpoint/2010/main" Requires="p14">
          <p:contentPart r:id="rId20">
            <p14:nvContentPartPr>
              <p14:cNvPr id="166" name="Mobile phone user"/>
              <p14:cNvContentPartPr>
                <a14:cpLocks xmlns:a14="http://schemas.microsoft.com/office/drawing/2010/main" noSelect="1" noChangeArrowheads="1"/>
              </p14:cNvContentPartPr>
              <p14:nvPr/>
            </p14:nvContentPartPr>
            <p14:xfrm>
              <a:off x="4624879" y="3132553"/>
              <a:ext cx="1434644" cy="125716"/>
            </p14:xfrm>
          </p:contentPart>
        </mc:Choice>
        <mc:Fallback/>
      </mc:AlternateContent>
      <mc:AlternateContent xmlns:mc="http://schemas.openxmlformats.org/markup-compatibility/2006">
        <mc:Choice xmlns:p14="http://schemas.microsoft.com/office/powerpoint/2010/main" Requires="p14">
          <p:contentPart r:id="rId21">
            <p14:nvContentPartPr>
              <p14:cNvPr id="167" name="Mobile phone user"/>
              <p14:cNvContentPartPr>
                <a14:cpLocks xmlns:a14="http://schemas.microsoft.com/office/drawing/2010/main" noSelect="1" noChangeArrowheads="1"/>
              </p14:cNvContentPartPr>
              <p14:nvPr/>
            </p14:nvContentPartPr>
            <p14:xfrm>
              <a:off x="4516911" y="3035445"/>
              <a:ext cx="1667820" cy="208033"/>
            </p14:xfrm>
          </p:contentPart>
        </mc:Choice>
        <mc:Fallback/>
      </mc:AlternateContent>
      <mc:AlternateContent xmlns:mc="http://schemas.openxmlformats.org/markup-compatibility/2006">
        <mc:Choice xmlns:p14="http://schemas.microsoft.com/office/powerpoint/2010/main" Requires="p14">
          <p:contentPart r:id="rId22">
            <p14:nvContentPartPr>
              <p14:cNvPr id="168" name="Mobile phone user"/>
              <p14:cNvContentPartPr>
                <a14:cpLocks xmlns:a14="http://schemas.microsoft.com/office/drawing/2010/main" noSelect="1" noChangeArrowheads="1"/>
              </p14:cNvContentPartPr>
              <p14:nvPr/>
            </p14:nvContentPartPr>
            <p14:xfrm>
              <a:off x="4579086" y="3100015"/>
              <a:ext cx="1541076" cy="187778"/>
            </p14:xfrm>
          </p:contentPart>
        </mc:Choice>
        <mc:Fallback/>
      </mc:AlternateContent>
      <mc:AlternateContent xmlns:mc="http://schemas.openxmlformats.org/markup-compatibility/2006">
        <mc:Choice xmlns:p14="http://schemas.microsoft.com/office/powerpoint/2010/main" Requires="p14">
          <p:contentPart r:id="rId23">
            <p14:nvContentPartPr>
              <p14:cNvPr id="169" name="Mobile phone user"/>
              <p14:cNvContentPartPr>
                <a14:cpLocks xmlns:a14="http://schemas.microsoft.com/office/drawing/2010/main" noSelect="1" noChangeArrowheads="1"/>
              </p14:cNvContentPartPr>
              <p14:nvPr/>
            </p14:nvContentPartPr>
            <p14:xfrm>
              <a:off x="4506557" y="3114690"/>
              <a:ext cx="1748300" cy="134705"/>
            </p14:xfrm>
          </p:contentPart>
        </mc:Choice>
        <mc:Fallback/>
      </mc:AlternateContent>
      <mc:AlternateContent xmlns:mc="http://schemas.openxmlformats.org/markup-compatibility/2006">
        <mc:Choice xmlns:p14="http://schemas.microsoft.com/office/powerpoint/2010/main" Requires="p14">
          <p:contentPart r:id="rId24">
            <p14:nvContentPartPr>
              <p14:cNvPr id="170" name="Mobile phone user"/>
              <p14:cNvContentPartPr>
                <a14:cpLocks xmlns:a14="http://schemas.microsoft.com/office/drawing/2010/main" noSelect="1" noChangeArrowheads="1"/>
              </p14:cNvContentPartPr>
              <p14:nvPr/>
            </p14:nvContentPartPr>
            <p14:xfrm>
              <a:off x="4710662" y="3061848"/>
              <a:ext cx="1437314" cy="177193"/>
            </p14:xfrm>
          </p:contentPart>
        </mc:Choice>
        <mc:Fallback/>
      </mc:AlternateContent>
      <mc:AlternateContent xmlns:mc="http://schemas.openxmlformats.org/markup-compatibility/2006">
        <mc:Choice xmlns:p14="http://schemas.microsoft.com/office/powerpoint/2010/main" Requires="p14">
          <p:contentPart r:id="rId25">
            <p14:nvContentPartPr>
              <p14:cNvPr id="171" name="Mobile phone user"/>
              <p14:cNvContentPartPr>
                <a14:cpLocks xmlns:a14="http://schemas.microsoft.com/office/drawing/2010/main" noSelect="1" noChangeArrowheads="1"/>
              </p14:cNvContentPartPr>
              <p14:nvPr/>
            </p14:nvContentPartPr>
            <p14:xfrm>
              <a:off x="4867406" y="3073629"/>
              <a:ext cx="1332386" cy="147664"/>
            </p14:xfrm>
          </p:contentPart>
        </mc:Choice>
        <mc:Fallback/>
      </mc:AlternateContent>
      <mc:AlternateContent xmlns:mc="http://schemas.openxmlformats.org/markup-compatibility/2006">
        <mc:Choice xmlns:p14="http://schemas.microsoft.com/office/powerpoint/2010/main" Requires="p14">
          <p:contentPart r:id="rId26">
            <p14:nvContentPartPr>
              <p14:cNvPr id="172" name="Mobile phone user"/>
              <p14:cNvContentPartPr>
                <a14:cpLocks xmlns:a14="http://schemas.microsoft.com/office/drawing/2010/main" noSelect="1" noChangeArrowheads="1"/>
              </p14:cNvContentPartPr>
              <p14:nvPr/>
            </p14:nvContentPartPr>
            <p14:xfrm>
              <a:off x="4732847" y="3108571"/>
              <a:ext cx="1373621" cy="160051"/>
            </p14:xfrm>
          </p:contentPart>
        </mc:Choice>
        <mc:Fallback/>
      </mc:AlternateContent>
      <mc:AlternateContent xmlns:mc="http://schemas.openxmlformats.org/markup-compatibility/2006">
        <mc:Choice xmlns:p14="http://schemas.microsoft.com/office/powerpoint/2010/main" Requires="p14">
          <p:contentPart r:id="rId27">
            <p14:nvContentPartPr>
              <p14:cNvPr id="173" name="Mobile phone user"/>
              <p14:cNvContentPartPr>
                <a14:cpLocks xmlns:a14="http://schemas.microsoft.com/office/drawing/2010/main" noSelect="1" noChangeArrowheads="1"/>
              </p14:cNvContentPartPr>
              <p14:nvPr/>
            </p14:nvContentPartPr>
            <p14:xfrm>
              <a:off x="4747008" y="3168049"/>
              <a:ext cx="1489996" cy="180439"/>
            </p14:xfrm>
          </p:contentPart>
        </mc:Choice>
        <mc:Fallback/>
      </mc:AlternateContent>
      <mc:AlternateContent xmlns:mc="http://schemas.openxmlformats.org/markup-compatibility/2006">
        <mc:Choice xmlns:p14="http://schemas.microsoft.com/office/powerpoint/2010/main" Requires="p14">
          <p:contentPart r:id="rId28">
            <p14:nvContentPartPr>
              <p14:cNvPr id="174" name="Mobile phone user"/>
              <p14:cNvContentPartPr>
                <a14:cpLocks xmlns:a14="http://schemas.microsoft.com/office/drawing/2010/main" noSelect="1" noChangeArrowheads="1"/>
              </p14:cNvContentPartPr>
              <p14:nvPr/>
            </p14:nvContentPartPr>
            <p14:xfrm>
              <a:off x="8001771" y="4792482"/>
              <a:ext cx="685782" cy="335468"/>
            </p14:xfrm>
          </p:contentPart>
        </mc:Choice>
        <mc:Fallback/>
      </mc:AlternateContent>
      <mc:AlternateContent xmlns:mc="http://schemas.openxmlformats.org/markup-compatibility/2006">
        <mc:Choice xmlns:p14="http://schemas.microsoft.com/office/powerpoint/2010/main" Requires="p14">
          <p:contentPart r:id="rId29">
            <p14:nvContentPartPr>
              <p14:cNvPr id="175" name="Mobile phone user"/>
              <p14:cNvContentPartPr>
                <a14:cpLocks xmlns:a14="http://schemas.microsoft.com/office/drawing/2010/main" noSelect="1" noChangeArrowheads="1"/>
              </p14:cNvContentPartPr>
              <p14:nvPr/>
            </p14:nvContentPartPr>
            <p14:xfrm>
              <a:off x="8055690" y="4796029"/>
              <a:ext cx="683657" cy="374504"/>
            </p14:xfrm>
          </p:contentPart>
        </mc:Choice>
        <mc:Fallback/>
      </mc:AlternateContent>
      <mc:AlternateContent xmlns:mc="http://schemas.openxmlformats.org/markup-compatibility/2006">
        <mc:Choice xmlns:p14="http://schemas.microsoft.com/office/powerpoint/2010/main" Requires="p14">
          <p:contentPart r:id="rId30">
            <p14:nvContentPartPr>
              <p14:cNvPr id="176" name="Mobile phone user"/>
              <p14:cNvContentPartPr>
                <a14:cpLocks xmlns:a14="http://schemas.microsoft.com/office/drawing/2010/main" noSelect="1" noChangeArrowheads="1"/>
              </p14:cNvContentPartPr>
              <p14:nvPr/>
            </p14:nvContentPartPr>
            <p14:xfrm>
              <a:off x="8060188" y="4799831"/>
              <a:ext cx="864784" cy="239715"/>
            </p14:xfrm>
          </p:contentPart>
        </mc:Choice>
        <mc:Fallback/>
      </mc:AlternateContent>
      <mc:AlternateContent xmlns:mc="http://schemas.openxmlformats.org/markup-compatibility/2006">
        <mc:Choice xmlns:p14="http://schemas.microsoft.com/office/powerpoint/2010/main" Requires="p14">
          <p:contentPart r:id="rId31">
            <p14:nvContentPartPr>
              <p14:cNvPr id="177" name="Mobile phone user"/>
              <p14:cNvContentPartPr>
                <a14:cpLocks xmlns:a14="http://schemas.microsoft.com/office/drawing/2010/main" noSelect="1" noChangeArrowheads="1"/>
              </p14:cNvContentPartPr>
              <p14:nvPr/>
            </p14:nvContentPartPr>
            <p14:xfrm>
              <a:off x="8035541" y="4846858"/>
              <a:ext cx="1009552" cy="233401"/>
            </p14:xfrm>
          </p:contentPart>
        </mc:Choice>
        <mc:Fallback/>
      </mc:AlternateContent>
      <mc:AlternateContent xmlns:mc="http://schemas.openxmlformats.org/markup-compatibility/2006">
        <mc:Choice xmlns:p14="http://schemas.microsoft.com/office/powerpoint/2010/main" Requires="p14">
          <p:contentPart r:id="rId32">
            <p14:nvContentPartPr>
              <p14:cNvPr id="178" name="Mobile phone user"/>
              <p14:cNvContentPartPr>
                <a14:cpLocks xmlns:a14="http://schemas.microsoft.com/office/drawing/2010/main" noSelect="1" noChangeArrowheads="1"/>
              </p14:cNvContentPartPr>
              <p14:nvPr/>
            </p14:nvContentPartPr>
            <p14:xfrm>
              <a:off x="8082389" y="4834176"/>
              <a:ext cx="801370" cy="187749"/>
            </p14:xfrm>
          </p:contentPart>
        </mc:Choice>
        <mc:Fallback/>
      </mc:AlternateContent>
      <mc:AlternateContent xmlns:mc="http://schemas.openxmlformats.org/markup-compatibility/2006">
        <mc:Choice xmlns:p14="http://schemas.microsoft.com/office/powerpoint/2010/main" Requires="p14">
          <p:contentPart r:id="rId33">
            <p14:nvContentPartPr>
              <p14:cNvPr id="179" name="Mobile phone user"/>
              <p14:cNvContentPartPr>
                <a14:cpLocks xmlns:a14="http://schemas.microsoft.com/office/drawing/2010/main" noSelect="1" noChangeArrowheads="1"/>
              </p14:cNvContentPartPr>
              <p14:nvPr/>
            </p14:nvContentPartPr>
            <p14:xfrm>
              <a:off x="8073572" y="4728853"/>
              <a:ext cx="1006106" cy="249227"/>
            </p14:xfrm>
          </p:contentPart>
        </mc:Choice>
        <mc:Fallback/>
      </mc:AlternateContent>
      <mc:AlternateContent xmlns:mc="http://schemas.openxmlformats.org/markup-compatibility/2006">
        <mc:Choice xmlns:p14="http://schemas.microsoft.com/office/powerpoint/2010/main" Requires="p14">
          <p:contentPart r:id="rId34">
            <p14:nvContentPartPr>
              <p14:cNvPr id="180" name="Mobile phone user"/>
              <p14:cNvContentPartPr>
                <a14:cpLocks xmlns:a14="http://schemas.microsoft.com/office/drawing/2010/main" noSelect="1" noChangeArrowheads="1"/>
              </p14:cNvContentPartPr>
              <p14:nvPr/>
            </p14:nvContentPartPr>
            <p14:xfrm>
              <a:off x="8018279" y="4866727"/>
              <a:ext cx="939983" cy="196411"/>
            </p14:xfrm>
          </p:contentPart>
        </mc:Choice>
        <mc:Fallback/>
      </mc:AlternateContent>
      <mc:AlternateContent xmlns:mc="http://schemas.openxmlformats.org/markup-compatibility/2006">
        <mc:Choice xmlns:p14="http://schemas.microsoft.com/office/powerpoint/2010/main" Requires="p14">
          <p:contentPart r:id="rId35">
            <p14:nvContentPartPr>
              <p14:cNvPr id="181" name="Mobile phone user"/>
              <p14:cNvContentPartPr>
                <a14:cpLocks xmlns:a14="http://schemas.microsoft.com/office/drawing/2010/main" noSelect="1" noChangeArrowheads="1"/>
              </p14:cNvContentPartPr>
              <p14:nvPr/>
            </p14:nvContentPartPr>
            <p14:xfrm>
              <a:off x="8043466" y="4811280"/>
              <a:ext cx="1115965" cy="299609"/>
            </p14:xfrm>
          </p:contentPart>
        </mc:Choice>
        <mc:Fallback/>
      </mc:AlternateContent>
      <mc:AlternateContent xmlns:mc="http://schemas.openxmlformats.org/markup-compatibility/2006">
        <mc:Choice xmlns:p14="http://schemas.microsoft.com/office/powerpoint/2010/main" Requires="p14">
          <p:contentPart r:id="rId36">
            <p14:nvContentPartPr>
              <p14:cNvPr id="182" name="Mobile phone user"/>
              <p14:cNvContentPartPr>
                <a14:cpLocks xmlns:a14="http://schemas.microsoft.com/office/drawing/2010/main" noSelect="1" noChangeArrowheads="1"/>
              </p14:cNvContentPartPr>
              <p14:nvPr/>
            </p14:nvContentPartPr>
            <p14:xfrm>
              <a:off x="8023102" y="4861894"/>
              <a:ext cx="1283785" cy="257779"/>
            </p14:xfrm>
          </p:contentPart>
        </mc:Choice>
        <mc:Fallback/>
      </mc:AlternateContent>
      <mc:AlternateContent xmlns:mc="http://schemas.openxmlformats.org/markup-compatibility/2006">
        <mc:Choice xmlns:p14="http://schemas.microsoft.com/office/powerpoint/2010/main" Requires="p14">
          <p:contentPart r:id="rId37">
            <p14:nvContentPartPr>
              <p14:cNvPr id="183" name="Mobile phone user"/>
              <p14:cNvContentPartPr>
                <a14:cpLocks xmlns:a14="http://schemas.microsoft.com/office/drawing/2010/main" noSelect="1" noChangeArrowheads="1"/>
              </p14:cNvContentPartPr>
              <p14:nvPr/>
            </p14:nvContentPartPr>
            <p14:xfrm>
              <a:off x="8046131" y="4914689"/>
              <a:ext cx="918529" cy="219428"/>
            </p14:xfrm>
          </p:contentPart>
        </mc:Choice>
        <mc:Fallback/>
      </mc:AlternateContent>
      <mc:AlternateContent xmlns:mc="http://schemas.openxmlformats.org/markup-compatibility/2006">
        <mc:Choice xmlns:p14="http://schemas.microsoft.com/office/powerpoint/2010/main" Requires="p14">
          <p:contentPart r:id="rId38">
            <p14:nvContentPartPr>
              <p14:cNvPr id="184" name="Mobile phone user"/>
              <p14:cNvContentPartPr>
                <a14:cpLocks xmlns:a14="http://schemas.microsoft.com/office/drawing/2010/main" noSelect="1" noChangeArrowheads="1"/>
              </p14:cNvContentPartPr>
              <p14:nvPr/>
            </p14:nvContentPartPr>
            <p14:xfrm>
              <a:off x="7972866" y="4841424"/>
              <a:ext cx="917184" cy="212556"/>
            </p14:xfrm>
          </p:contentPart>
        </mc:Choice>
        <mc:Fallback/>
      </mc:AlternateContent>
      <mc:AlternateContent xmlns:mc="http://schemas.openxmlformats.org/markup-compatibility/2006">
        <mc:Choice xmlns:p14="http://schemas.microsoft.com/office/powerpoint/2010/main" Requires="p14">
          <p:contentPart r:id="rId39">
            <p14:nvContentPartPr>
              <p14:cNvPr id="185" name="Mobile phone user"/>
              <p14:cNvContentPartPr>
                <a14:cpLocks xmlns:a14="http://schemas.microsoft.com/office/drawing/2010/main" noSelect="1" noChangeArrowheads="1"/>
              </p14:cNvContentPartPr>
              <p14:nvPr/>
            </p14:nvContentPartPr>
            <p14:xfrm>
              <a:off x="8185422" y="4781514"/>
              <a:ext cx="785717" cy="208731"/>
            </p14:xfrm>
          </p:contentPart>
        </mc:Choice>
        <mc:Fallback/>
      </mc:AlternateContent>
      <mc:AlternateContent xmlns:mc="http://schemas.openxmlformats.org/markup-compatibility/2006">
        <mc:Choice xmlns:p14="http://schemas.microsoft.com/office/powerpoint/2010/main" Requires="p14">
          <p:contentPart r:id="rId40">
            <p14:nvContentPartPr>
              <p14:cNvPr id="186" name="Mobile phone user"/>
              <p14:cNvContentPartPr>
                <a14:cpLocks xmlns:a14="http://schemas.microsoft.com/office/drawing/2010/main" noSelect="1" noChangeArrowheads="1"/>
              </p14:cNvContentPartPr>
              <p14:nvPr/>
            </p14:nvContentPartPr>
            <p14:xfrm>
              <a:off x="8049449" y="4828712"/>
              <a:ext cx="670710" cy="307868"/>
            </p14:xfrm>
          </p:contentPart>
        </mc:Choice>
        <mc:Fallback/>
      </mc:AlternateContent>
      <mc:AlternateContent xmlns:mc="http://schemas.openxmlformats.org/markup-compatibility/2006">
        <mc:Choice xmlns:p14="http://schemas.microsoft.com/office/powerpoint/2010/main" Requires="p14">
          <p:contentPart r:id="rId41">
            <p14:nvContentPartPr>
              <p14:cNvPr id="187" name="Mobile phone user"/>
              <p14:cNvContentPartPr>
                <a14:cpLocks xmlns:a14="http://schemas.microsoft.com/office/drawing/2010/main" noSelect="1" noChangeArrowheads="1"/>
              </p14:cNvContentPartPr>
              <p14:nvPr/>
            </p14:nvContentPartPr>
            <p14:xfrm>
              <a:off x="7858704" y="4848612"/>
              <a:ext cx="232375" cy="250878"/>
            </p14:xfrm>
          </p:contentPart>
        </mc:Choice>
        <mc:Fallback/>
      </mc:AlternateContent>
      <mc:AlternateContent xmlns:mc="http://schemas.openxmlformats.org/markup-compatibility/2006">
        <mc:Choice xmlns:p14="http://schemas.microsoft.com/office/powerpoint/2010/main" Requires="p14">
          <p:contentPart r:id="rId42">
            <p14:nvContentPartPr>
              <p14:cNvPr id="188" name="Mobile phone user"/>
              <p14:cNvContentPartPr>
                <a14:cpLocks xmlns:a14="http://schemas.microsoft.com/office/drawing/2010/main" noSelect="1" noChangeArrowheads="1"/>
              </p14:cNvContentPartPr>
              <p14:nvPr/>
            </p14:nvContentPartPr>
            <p14:xfrm>
              <a:off x="8096127" y="4781514"/>
              <a:ext cx="183170" cy="230794"/>
            </p14:xfrm>
          </p:contentPart>
        </mc:Choice>
        <mc:Fallback/>
      </mc:AlternateContent>
      <mc:AlternateContent xmlns:mc="http://schemas.openxmlformats.org/markup-compatibility/2006">
        <mc:Choice xmlns:p14="http://schemas.microsoft.com/office/powerpoint/2010/main" Requires="p14">
          <p:contentPart r:id="rId43">
            <p14:nvContentPartPr>
              <p14:cNvPr id="189" name="Mobile phone user"/>
              <p14:cNvContentPartPr>
                <a14:cpLocks xmlns:a14="http://schemas.microsoft.com/office/drawing/2010/main" noSelect="1" noChangeArrowheads="1"/>
              </p14:cNvContentPartPr>
              <p14:nvPr/>
            </p14:nvContentPartPr>
            <p14:xfrm>
              <a:off x="8093380" y="4788140"/>
              <a:ext cx="190738" cy="235794"/>
            </p14:xfrm>
          </p:contentPart>
        </mc:Choice>
        <mc:Fallback/>
      </mc:AlternateContent>
      <mc:AlternateContent xmlns:mc="http://schemas.openxmlformats.org/markup-compatibility/2006">
        <mc:Choice xmlns:p14="http://schemas.microsoft.com/office/powerpoint/2010/main" Requires="p14">
          <p:contentPart r:id="rId44">
            <p14:nvContentPartPr>
              <p14:cNvPr id="190" name="Mobile phone user"/>
              <p14:cNvContentPartPr>
                <a14:cpLocks xmlns:a14="http://schemas.microsoft.com/office/drawing/2010/main" noSelect="1" noChangeArrowheads="1"/>
              </p14:cNvContentPartPr>
              <p14:nvPr/>
            </p14:nvContentPartPr>
            <p14:xfrm>
              <a:off x="8681956" y="4611767"/>
              <a:ext cx="254779" cy="534114"/>
            </p14:xfrm>
          </p:contentPart>
        </mc:Choice>
        <mc:Fallback/>
      </mc:AlternateContent>
      <mc:AlternateContent xmlns:mc="http://schemas.openxmlformats.org/markup-compatibility/2006">
        <mc:Choice xmlns:p14="http://schemas.microsoft.com/office/powerpoint/2010/main" Requires="p14">
          <p:contentPart r:id="rId45">
            <p14:nvContentPartPr>
              <p14:cNvPr id="191" name="Mobile phone user"/>
              <p14:cNvContentPartPr>
                <a14:cpLocks xmlns:a14="http://schemas.microsoft.com/office/drawing/2010/main" noSelect="1" noChangeArrowheads="1"/>
              </p14:cNvContentPartPr>
              <p14:nvPr/>
            </p14:nvContentPartPr>
            <p14:xfrm>
              <a:off x="8805095" y="4634161"/>
              <a:ext cx="189382" cy="464138"/>
            </p14:xfrm>
          </p:contentPart>
        </mc:Choice>
        <mc:Fallback/>
      </mc:AlternateContent>
      <mc:AlternateContent xmlns:mc="http://schemas.openxmlformats.org/markup-compatibility/2006">
        <mc:Choice xmlns:p14="http://schemas.microsoft.com/office/powerpoint/2010/main" Requires="p14">
          <p:contentPart r:id="rId46">
            <p14:nvContentPartPr>
              <p14:cNvPr id="192" name="Mobile phone user"/>
              <p14:cNvContentPartPr>
                <a14:cpLocks xmlns:a14="http://schemas.microsoft.com/office/drawing/2010/main" noSelect="1" noChangeArrowheads="1"/>
              </p14:cNvContentPartPr>
              <p14:nvPr/>
            </p14:nvContentPartPr>
            <p14:xfrm>
              <a:off x="8686476" y="4620866"/>
              <a:ext cx="270550" cy="483486"/>
            </p14:xfrm>
          </p:contentPart>
        </mc:Choice>
        <mc:Fallback/>
      </mc:AlternateContent>
      <mc:AlternateContent xmlns:mc="http://schemas.openxmlformats.org/markup-compatibility/2006">
        <mc:Choice xmlns:p14="http://schemas.microsoft.com/office/powerpoint/2010/main" Requires="p14">
          <p:contentPart r:id="rId47">
            <p14:nvContentPartPr>
              <p14:cNvPr id="193" name="Mobile phone user"/>
              <p14:cNvContentPartPr>
                <a14:cpLocks xmlns:a14="http://schemas.microsoft.com/office/drawing/2010/main" noSelect="1" noChangeArrowheads="1"/>
              </p14:cNvContentPartPr>
              <p14:nvPr/>
            </p14:nvContentPartPr>
            <p14:xfrm>
              <a:off x="8656450" y="4664107"/>
              <a:ext cx="289764" cy="420273"/>
            </p14:xfrm>
          </p:contentPart>
        </mc:Choice>
        <mc:Fallback/>
      </mc:AlternateContent>
      <mc:AlternateContent xmlns:mc="http://schemas.openxmlformats.org/markup-compatibility/2006">
        <mc:Choice xmlns:p14="http://schemas.microsoft.com/office/powerpoint/2010/main" Requires="p14">
          <p:contentPart r:id="rId48">
            <p14:nvContentPartPr>
              <p14:cNvPr id="194" name="Mobile phone user"/>
              <p14:cNvContentPartPr>
                <a14:cpLocks xmlns:a14="http://schemas.microsoft.com/office/drawing/2010/main" noSelect="1" noChangeArrowheads="1"/>
              </p14:cNvContentPartPr>
              <p14:nvPr/>
            </p14:nvContentPartPr>
            <p14:xfrm>
              <a:off x="8831098" y="4499729"/>
              <a:ext cx="199358" cy="519906"/>
            </p14:xfrm>
          </p:contentPart>
        </mc:Choice>
        <mc:Fallback/>
      </mc:AlternateContent>
      <mc:AlternateContent xmlns:mc="http://schemas.openxmlformats.org/markup-compatibility/2006">
        <mc:Choice xmlns:p14="http://schemas.microsoft.com/office/powerpoint/2010/main" Requires="p14">
          <p:contentPart r:id="rId49">
            <p14:nvContentPartPr>
              <p14:cNvPr id="195" name="Mobile phone user"/>
              <p14:cNvContentPartPr>
                <a14:cpLocks xmlns:a14="http://schemas.microsoft.com/office/drawing/2010/main" noSelect="1" noChangeArrowheads="1"/>
              </p14:cNvContentPartPr>
              <p14:nvPr/>
            </p14:nvContentPartPr>
            <p14:xfrm>
              <a:off x="8831477" y="4580406"/>
              <a:ext cx="249356" cy="465706"/>
            </p14:xfrm>
          </p:contentPart>
        </mc:Choice>
        <mc:Fallback/>
      </mc:AlternateContent>
      <mc:AlternateContent xmlns:mc="http://schemas.openxmlformats.org/markup-compatibility/2006">
        <mc:Choice xmlns:p14="http://schemas.microsoft.com/office/powerpoint/2010/main" Requires="p14">
          <p:contentPart r:id="rId50">
            <p14:nvContentPartPr>
              <p14:cNvPr id="196" name="Mobile phone user"/>
              <p14:cNvContentPartPr>
                <a14:cpLocks xmlns:a14="http://schemas.microsoft.com/office/drawing/2010/main" noSelect="1" noChangeArrowheads="1"/>
              </p14:cNvContentPartPr>
              <p14:nvPr/>
            </p14:nvContentPartPr>
            <p14:xfrm>
              <a:off x="8846945" y="4666853"/>
              <a:ext cx="256799" cy="428521"/>
            </p14:xfrm>
          </p:contentPart>
        </mc:Choice>
        <mc:Fallback/>
      </mc:AlternateContent>
      <mc:AlternateContent xmlns:mc="http://schemas.openxmlformats.org/markup-compatibility/2006">
        <mc:Choice xmlns:p14="http://schemas.microsoft.com/office/powerpoint/2010/main" Requires="p14">
          <p:contentPart r:id="rId51">
            <p14:nvContentPartPr>
              <p14:cNvPr id="197" name="Mobile phone user"/>
              <p14:cNvContentPartPr>
                <a14:cpLocks xmlns:a14="http://schemas.microsoft.com/office/drawing/2010/main" noSelect="1" noChangeArrowheads="1"/>
              </p14:cNvContentPartPr>
              <p14:nvPr/>
            </p14:nvContentPartPr>
            <p14:xfrm>
              <a:off x="8897714" y="4855000"/>
              <a:ext cx="234727" cy="234728"/>
            </p14:xfrm>
          </p:contentPart>
        </mc:Choice>
        <mc:Fallback/>
      </mc:AlternateContent>
      <mc:AlternateContent xmlns:mc="http://schemas.openxmlformats.org/markup-compatibility/2006">
        <mc:Choice xmlns:p14="http://schemas.microsoft.com/office/powerpoint/2010/main" Requires="p14">
          <p:contentPart r:id="rId52">
            <p14:nvContentPartPr>
              <p14:cNvPr id="198" name="Mobile phone user"/>
              <p14:cNvContentPartPr>
                <a14:cpLocks xmlns:a14="http://schemas.microsoft.com/office/drawing/2010/main" noSelect="1" noChangeArrowheads="1"/>
              </p14:cNvContentPartPr>
              <p14:nvPr/>
            </p14:nvContentPartPr>
            <p14:xfrm>
              <a:off x="8938829" y="4454216"/>
              <a:ext cx="201250" cy="494322"/>
            </p14:xfrm>
          </p:contentPart>
        </mc:Choice>
        <mc:Fallback/>
      </mc:AlternateContent>
      <mc:AlternateContent xmlns:mc="http://schemas.openxmlformats.org/markup-compatibility/2006">
        <mc:Choice xmlns:p14="http://schemas.microsoft.com/office/powerpoint/2010/main" Requires="p14">
          <p:contentPart r:id="rId53">
            <p14:nvContentPartPr>
              <p14:cNvPr id="199" name="Mobile phone user"/>
              <p14:cNvContentPartPr>
                <a14:cpLocks xmlns:a14="http://schemas.microsoft.com/office/drawing/2010/main" noSelect="1" noChangeArrowheads="1"/>
              </p14:cNvContentPartPr>
              <p14:nvPr/>
            </p14:nvContentPartPr>
            <p14:xfrm>
              <a:off x="8867203" y="4574918"/>
              <a:ext cx="234600" cy="557438"/>
            </p14:xfrm>
          </p:contentPart>
        </mc:Choice>
        <mc:Fallback/>
      </mc:AlternateContent>
      <mc:AlternateContent xmlns:mc="http://schemas.openxmlformats.org/markup-compatibility/2006">
        <mc:Choice xmlns:p14="http://schemas.microsoft.com/office/powerpoint/2010/main" Requires="p14">
          <p:contentPart r:id="rId54">
            <p14:nvContentPartPr>
              <p14:cNvPr id="200" name="Mobile phone user"/>
              <p14:cNvContentPartPr>
                <a14:cpLocks xmlns:a14="http://schemas.microsoft.com/office/drawing/2010/main" noSelect="1" noChangeArrowheads="1"/>
              </p14:cNvContentPartPr>
              <p14:nvPr/>
            </p14:nvContentPartPr>
            <p14:xfrm>
              <a:off x="8864712" y="4547241"/>
              <a:ext cx="239582" cy="580737"/>
            </p14:xfrm>
          </p:contentPart>
        </mc:Choice>
        <mc:Fallback/>
      </mc:AlternateContent>
      <mc:AlternateContent xmlns:mc="http://schemas.openxmlformats.org/markup-compatibility/2006">
        <mc:Choice xmlns:p14="http://schemas.microsoft.com/office/powerpoint/2010/main" Requires="p14">
          <p:contentPart r:id="rId55">
            <p14:nvContentPartPr>
              <p14:cNvPr id="201" name="Mobile phone user"/>
              <p14:cNvContentPartPr>
                <a14:cpLocks xmlns:a14="http://schemas.microsoft.com/office/drawing/2010/main" noSelect="1" noChangeArrowheads="1"/>
              </p14:cNvContentPartPr>
              <p14:nvPr/>
            </p14:nvContentPartPr>
            <p14:xfrm>
              <a:off x="8468613" y="4733808"/>
              <a:ext cx="201835" cy="319659"/>
            </p14:xfrm>
          </p:contentPart>
        </mc:Choice>
        <mc:Fallback/>
      </mc:AlternateContent>
      <mc:AlternateContent xmlns:mc="http://schemas.openxmlformats.org/markup-compatibility/2006">
        <mc:Choice xmlns:p14="http://schemas.microsoft.com/office/powerpoint/2010/main" Requires="p14">
          <p:contentPart r:id="rId56">
            <p14:nvContentPartPr>
              <p14:cNvPr id="202" name="Mobile phone user"/>
              <p14:cNvContentPartPr>
                <a14:cpLocks xmlns:a14="http://schemas.microsoft.com/office/drawing/2010/main" noSelect="1" noChangeArrowheads="1"/>
              </p14:cNvContentPartPr>
              <p14:nvPr/>
            </p14:nvContentPartPr>
            <p14:xfrm>
              <a:off x="8121102" y="4804288"/>
              <a:ext cx="190372" cy="235558"/>
            </p14:xfrm>
          </p:contentPart>
        </mc:Choice>
        <mc:Fallback/>
      </mc:AlternateContent>
      <mc:AlternateContent xmlns:mc="http://schemas.openxmlformats.org/markup-compatibility/2006">
        <mc:Choice xmlns:p14="http://schemas.microsoft.com/office/powerpoint/2010/main" Requires="p14">
          <p:contentPart r:id="rId57">
            <p14:nvContentPartPr>
              <p14:cNvPr id="203" name="Mobile phone user"/>
              <p14:cNvContentPartPr>
                <a14:cpLocks xmlns:a14="http://schemas.microsoft.com/office/drawing/2010/main" noSelect="1" noChangeArrowheads="1"/>
              </p14:cNvContentPartPr>
              <p14:nvPr/>
            </p14:nvContentPartPr>
            <p14:xfrm>
              <a:off x="8153980" y="4575674"/>
              <a:ext cx="280785" cy="601588"/>
            </p14:xfrm>
          </p:contentPart>
        </mc:Choice>
        <mc:Fallback/>
      </mc:AlternateContent>
      <mc:AlternateContent xmlns:mc="http://schemas.openxmlformats.org/markup-compatibility/2006">
        <mc:Choice xmlns:p14="http://schemas.microsoft.com/office/powerpoint/2010/main" Requires="p14">
          <p:contentPart r:id="rId58">
            <p14:nvContentPartPr>
              <p14:cNvPr id="204" name="Mobile phone user"/>
              <p14:cNvContentPartPr>
                <a14:cpLocks xmlns:a14="http://schemas.microsoft.com/office/drawing/2010/main" noSelect="1" noChangeArrowheads="1"/>
              </p14:cNvContentPartPr>
              <p14:nvPr/>
            </p14:nvContentPartPr>
            <p14:xfrm>
              <a:off x="7944041" y="4807395"/>
              <a:ext cx="194893" cy="238398"/>
            </p14:xfrm>
          </p:contentPart>
        </mc:Choice>
        <mc:Fallback/>
      </mc:AlternateContent>
      <mc:AlternateContent xmlns:mc="http://schemas.openxmlformats.org/markup-compatibility/2006">
        <mc:Choice xmlns:p14="http://schemas.microsoft.com/office/powerpoint/2010/main" Requires="p14">
          <p:contentPart r:id="rId59">
            <p14:nvContentPartPr>
              <p14:cNvPr id="205" name="Mobile phone user"/>
              <p14:cNvContentPartPr>
                <a14:cpLocks xmlns:a14="http://schemas.microsoft.com/office/drawing/2010/main" noSelect="1" noChangeArrowheads="1"/>
              </p14:cNvContentPartPr>
              <p14:nvPr/>
            </p14:nvContentPartPr>
            <p14:xfrm>
              <a:off x="8105285" y="4586896"/>
              <a:ext cx="183170" cy="446477"/>
            </p14:xfrm>
          </p:contentPart>
        </mc:Choice>
        <mc:Fallback/>
      </mc:AlternateContent>
      <mc:AlternateContent xmlns:mc="http://schemas.openxmlformats.org/markup-compatibility/2006">
        <mc:Choice xmlns:p14="http://schemas.microsoft.com/office/powerpoint/2010/main" Requires="p14">
          <p:contentPart r:id="rId60">
            <p14:nvContentPartPr>
              <p14:cNvPr id="206" name="Mobile phone user"/>
              <p14:cNvContentPartPr>
                <a14:cpLocks xmlns:a14="http://schemas.microsoft.com/office/drawing/2010/main" noSelect="1" noChangeArrowheads="1"/>
              </p14:cNvContentPartPr>
              <p14:nvPr/>
            </p14:nvContentPartPr>
            <p14:xfrm>
              <a:off x="8066043" y="4671131"/>
              <a:ext cx="284713" cy="380228"/>
            </p14:xfrm>
          </p:contentPart>
        </mc:Choice>
        <mc:Fallback/>
      </mc:AlternateContent>
      <mc:AlternateContent xmlns:mc="http://schemas.openxmlformats.org/markup-compatibility/2006">
        <mc:Choice xmlns:p14="http://schemas.microsoft.com/office/powerpoint/2010/main" Requires="p14">
          <p:contentPart r:id="rId61">
            <p14:nvContentPartPr>
              <p14:cNvPr id="207" name="Mobile phone user"/>
              <p14:cNvContentPartPr>
                <a14:cpLocks xmlns:a14="http://schemas.microsoft.com/office/drawing/2010/main" noSelect="1" noChangeArrowheads="1"/>
              </p14:cNvContentPartPr>
              <p14:nvPr/>
            </p14:nvContentPartPr>
            <p14:xfrm>
              <a:off x="7887852" y="4577413"/>
              <a:ext cx="455878" cy="680992"/>
            </p14:xfrm>
          </p:contentPart>
        </mc:Choice>
        <mc:Fallback/>
      </mc:AlternateContent>
      <mc:AlternateContent xmlns:mc="http://schemas.openxmlformats.org/markup-compatibility/2006">
        <mc:Choice xmlns:p14="http://schemas.microsoft.com/office/powerpoint/2010/main" Requires="p14">
          <p:contentPart r:id="rId62">
            <p14:nvContentPartPr>
              <p14:cNvPr id="208" name="Mobile phone user"/>
              <p14:cNvContentPartPr>
                <a14:cpLocks xmlns:a14="http://schemas.microsoft.com/office/drawing/2010/main" noSelect="1" noChangeArrowheads="1"/>
              </p14:cNvContentPartPr>
              <p14:nvPr/>
            </p14:nvContentPartPr>
            <p14:xfrm>
              <a:off x="8133105" y="4517060"/>
              <a:ext cx="385459" cy="571264"/>
            </p14:xfrm>
          </p:contentPart>
        </mc:Choice>
        <mc:Fallback/>
      </mc:AlternateContent>
      <mc:AlternateContent xmlns:mc="http://schemas.openxmlformats.org/markup-compatibility/2006">
        <mc:Choice xmlns:p14="http://schemas.microsoft.com/office/powerpoint/2010/main" Requires="p14">
          <p:contentPart r:id="rId63">
            <p14:nvContentPartPr>
              <p14:cNvPr id="209" name="Mobile phone user"/>
              <p14:cNvContentPartPr>
                <a14:cpLocks xmlns:a14="http://schemas.microsoft.com/office/drawing/2010/main" noSelect="1" noChangeArrowheads="1"/>
              </p14:cNvContentPartPr>
              <p14:nvPr/>
            </p14:nvContentPartPr>
            <p14:xfrm>
              <a:off x="8064681" y="4603633"/>
              <a:ext cx="351284" cy="491914"/>
            </p14:xfrm>
          </p:contentPart>
        </mc:Choice>
        <mc:Fallback/>
      </mc:AlternateContent>
    </p:spTree>
    <p:extLst>
      <p:ext uri="{BB962C8B-B14F-4D97-AF65-F5344CB8AC3E}">
        <p14:creationId xmlns:p14="http://schemas.microsoft.com/office/powerpoint/2010/main" val="16729728"/>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0" name="Rectangle"/>
          <p:cNvSpPr>
            <a:spLocks/>
          </p:cNvSpPr>
          <p:nvPr/>
        </p:nvSpPr>
        <p:spPr>
          <a:xfrm rot="0">
            <a:off x="496119" y="1349499"/>
            <a:ext cx="8151763" cy="387547"/>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400" b="0" i="0" u="none" strike="noStrike" kern="1200" cap="none" spc="0" baseline="0">
                <a:solidFill>
                  <a:srgbClr val="1B1B27"/>
                </a:solidFill>
                <a:latin typeface="Raleway" pitchFamily="34" charset="0"/>
                <a:ea typeface="Raleway" pitchFamily="34" charset="0"/>
                <a:cs typeface="Raleway" pitchFamily="34" charset="0"/>
              </a:rPr>
              <a:t>Project Details</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1" name="Image" descr="preencoded.png"/>
          <p:cNvPicPr>
            <a:picLocks noChangeAspect="1"/>
          </p:cNvPicPr>
          <p:nvPr/>
        </p:nvPicPr>
        <p:blipFill>
          <a:blip r:embed="rId1" cstate="print"/>
          <a:stretch>
            <a:fillRect/>
          </a:stretch>
        </p:blipFill>
        <p:spPr>
          <a:xfrm rot="0">
            <a:off x="496119" y="1985070"/>
            <a:ext cx="4013895" cy="941710"/>
          </a:xfrm>
          <a:prstGeom prst="rect"/>
          <a:noFill/>
          <a:ln w="12700" cmpd="sng" cap="flat">
            <a:noFill/>
            <a:prstDash val="solid"/>
            <a:miter/>
          </a:ln>
        </p:spPr>
      </p:pic>
      <p:sp>
        <p:nvSpPr>
          <p:cNvPr id="22" name="Rectangle"/>
          <p:cNvSpPr>
            <a:spLocks/>
          </p:cNvSpPr>
          <p:nvPr/>
        </p:nvSpPr>
        <p:spPr>
          <a:xfrm rot="0">
            <a:off x="691530" y="2123331"/>
            <a:ext cx="3680222"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Project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3" name="Rectangle"/>
          <p:cNvSpPr>
            <a:spLocks/>
          </p:cNvSpPr>
          <p:nvPr/>
        </p:nvSpPr>
        <p:spPr>
          <a:xfrm rot="0">
            <a:off x="691530" y="2391594"/>
            <a:ext cx="3680222"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Cybersecurity Incident Response AI Agent</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4" name="Image" descr="preencoded.png"/>
          <p:cNvPicPr>
            <a:picLocks noChangeAspect="1"/>
          </p:cNvPicPr>
          <p:nvPr/>
        </p:nvPicPr>
        <p:blipFill>
          <a:blip r:embed="rId2" cstate="print"/>
          <a:stretch>
            <a:fillRect/>
          </a:stretch>
        </p:blipFill>
        <p:spPr>
          <a:xfrm rot="0">
            <a:off x="4633987" y="1985070"/>
            <a:ext cx="4013895" cy="941710"/>
          </a:xfrm>
          <a:prstGeom prst="rect"/>
          <a:noFill/>
          <a:ln w="12700" cmpd="sng" cap="flat">
            <a:noFill/>
            <a:prstDash val="solid"/>
            <a:miter/>
          </a:ln>
        </p:spPr>
      </p:pic>
      <p:sp>
        <p:nvSpPr>
          <p:cNvPr id="25" name="Rectangle"/>
          <p:cNvSpPr>
            <a:spLocks/>
          </p:cNvSpPr>
          <p:nvPr/>
        </p:nvSpPr>
        <p:spPr>
          <a:xfrm rot="0">
            <a:off x="4829398" y="2123331"/>
            <a:ext cx="3680222"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Objective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 name="Rectangle"/>
          <p:cNvSpPr>
            <a:spLocks/>
          </p:cNvSpPr>
          <p:nvPr/>
        </p:nvSpPr>
        <p:spPr>
          <a:xfrm rot="0">
            <a:off x="4829398" y="2391594"/>
            <a:ext cx="3680222" cy="396925"/>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To analyze cybersecurity incidents and provide response recommendations.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7" name="Image" descr="preencoded.png"/>
          <p:cNvPicPr>
            <a:picLocks noChangeAspect="1"/>
          </p:cNvPicPr>
          <p:nvPr/>
        </p:nvPicPr>
        <p:blipFill>
          <a:blip r:embed="rId3" cstate="print"/>
          <a:stretch>
            <a:fillRect/>
          </a:stretch>
        </p:blipFill>
        <p:spPr>
          <a:xfrm rot="0">
            <a:off x="496119" y="3050752"/>
            <a:ext cx="4013895" cy="743247"/>
          </a:xfrm>
          <a:prstGeom prst="rect"/>
          <a:noFill/>
          <a:ln w="12700" cmpd="sng" cap="flat">
            <a:noFill/>
            <a:prstDash val="solid"/>
            <a:miter/>
          </a:ln>
        </p:spPr>
      </p:pic>
      <p:sp>
        <p:nvSpPr>
          <p:cNvPr id="28" name="Rectangle"/>
          <p:cNvSpPr>
            <a:spLocks/>
          </p:cNvSpPr>
          <p:nvPr/>
        </p:nvSpPr>
        <p:spPr>
          <a:xfrm rot="0">
            <a:off x="691530" y="3189015"/>
            <a:ext cx="368022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Technologies Used</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 name="Rectangle"/>
          <p:cNvSpPr>
            <a:spLocks/>
          </p:cNvSpPr>
          <p:nvPr/>
        </p:nvSpPr>
        <p:spPr>
          <a:xfrm rot="0">
            <a:off x="691530" y="3457277"/>
            <a:ext cx="36802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React.js, FastAPI, Python, JavaScript</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30" name="Image" descr="preencoded.png"/>
          <p:cNvPicPr>
            <a:picLocks noChangeAspect="1"/>
          </p:cNvPicPr>
          <p:nvPr/>
        </p:nvPicPr>
        <p:blipFill>
          <a:blip r:embed="rId4" cstate="print"/>
          <a:stretch>
            <a:fillRect/>
          </a:stretch>
        </p:blipFill>
        <p:spPr>
          <a:xfrm rot="0">
            <a:off x="4633987" y="3050752"/>
            <a:ext cx="4013895" cy="743247"/>
          </a:xfrm>
          <a:prstGeom prst="rect"/>
          <a:noFill/>
          <a:ln w="12700" cmpd="sng" cap="flat">
            <a:noFill/>
            <a:prstDash val="solid"/>
            <a:miter/>
          </a:ln>
        </p:spPr>
      </p:pic>
      <p:sp>
        <p:nvSpPr>
          <p:cNvPr id="31" name="Rectangle"/>
          <p:cNvSpPr>
            <a:spLocks/>
          </p:cNvSpPr>
          <p:nvPr/>
        </p:nvSpPr>
        <p:spPr>
          <a:xfrm rot="0">
            <a:off x="4829398" y="3189015"/>
            <a:ext cx="368022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Outcome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 name="Rectangle"/>
          <p:cNvSpPr>
            <a:spLocks/>
          </p:cNvSpPr>
          <p:nvPr/>
        </p:nvSpPr>
        <p:spPr>
          <a:xfrm rot="0">
            <a:off x="4829398" y="3457277"/>
            <a:ext cx="36802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Detects incidents and suggests appropriate security actions.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5">
            <p14:nvContentPartPr>
              <p14:cNvPr id="210" name="Mobile phone user"/>
              <p14:cNvContentPartPr>
                <a14:cpLocks xmlns:a14="http://schemas.microsoft.com/office/drawing/2010/main" noSelect="1" noChangeArrowheads="1"/>
              </p14:cNvContentPartPr>
              <p14:nvPr/>
            </p14:nvContentPartPr>
            <p14:xfrm>
              <a:off x="2273681" y="4286374"/>
              <a:ext cx="1828242" cy="495896"/>
            </p14:xfrm>
          </p:contentPart>
        </mc:Choice>
        <mc:Fallback/>
      </mc:AlternateContent>
      <mc:AlternateContent xmlns:mc="http://schemas.openxmlformats.org/markup-compatibility/2006">
        <mc:Choice xmlns:p14="http://schemas.microsoft.com/office/powerpoint/2010/main" Requires="p14">
          <p:contentPart r:id="rId6">
            <p14:nvContentPartPr>
              <p14:cNvPr id="211" name="Mobile phone user"/>
              <p14:cNvContentPartPr>
                <a14:cpLocks xmlns:a14="http://schemas.microsoft.com/office/drawing/2010/main" noSelect="1" noChangeArrowheads="1"/>
              </p14:cNvContentPartPr>
              <p14:nvPr/>
            </p14:nvContentPartPr>
            <p14:xfrm>
              <a:off x="7891274" y="4532061"/>
              <a:ext cx="350816" cy="513520"/>
            </p14:xfrm>
          </p:contentPart>
        </mc:Choice>
        <mc:Fallback/>
      </mc:AlternateContent>
      <mc:AlternateContent xmlns:mc="http://schemas.openxmlformats.org/markup-compatibility/2006">
        <mc:Choice xmlns:p14="http://schemas.microsoft.com/office/powerpoint/2010/main" Requires="p14">
          <p:contentPart r:id="rId7">
            <p14:nvContentPartPr>
              <p14:cNvPr id="212" name="Mobile phone user"/>
              <p14:cNvContentPartPr>
                <a14:cpLocks xmlns:a14="http://schemas.microsoft.com/office/drawing/2010/main" noSelect="1" noChangeArrowheads="1"/>
              </p14:cNvContentPartPr>
              <p14:nvPr/>
            </p14:nvContentPartPr>
            <p14:xfrm>
              <a:off x="7991240" y="4453436"/>
              <a:ext cx="269303" cy="649164"/>
            </p14:xfrm>
          </p:contentPart>
        </mc:Choice>
        <mc:Fallback/>
      </mc:AlternateContent>
      <mc:AlternateContent xmlns:mc="http://schemas.openxmlformats.org/markup-compatibility/2006">
        <mc:Choice xmlns:p14="http://schemas.microsoft.com/office/powerpoint/2010/main" Requires="p14">
          <p:contentPart r:id="rId8">
            <p14:nvContentPartPr>
              <p14:cNvPr id="213" name="Mobile phone user"/>
              <p14:cNvContentPartPr>
                <a14:cpLocks xmlns:a14="http://schemas.microsoft.com/office/drawing/2010/main" noSelect="1" noChangeArrowheads="1"/>
              </p14:cNvContentPartPr>
              <p14:nvPr/>
            </p14:nvContentPartPr>
            <p14:xfrm>
              <a:off x="4872304" y="4073577"/>
              <a:ext cx="3698864" cy="1042471"/>
            </p14:xfrm>
          </p:contentPart>
        </mc:Choice>
        <mc:Fallback/>
      </mc:AlternateContent>
      <mc:AlternateContent xmlns:mc="http://schemas.openxmlformats.org/markup-compatibility/2006">
        <mc:Choice xmlns:p14="http://schemas.microsoft.com/office/powerpoint/2010/main" Requires="p14">
          <p:contentPart r:id="rId9">
            <p14:nvContentPartPr>
              <p14:cNvPr id="214" name="Mobile phone user"/>
              <p14:cNvContentPartPr>
                <a14:cpLocks xmlns:a14="http://schemas.microsoft.com/office/drawing/2010/main" noSelect="1" noChangeArrowheads="1"/>
              </p14:cNvContentPartPr>
              <p14:nvPr/>
            </p14:nvContentPartPr>
            <p14:xfrm>
              <a:off x="8145200" y="4802114"/>
              <a:ext cx="604819" cy="372485"/>
            </p14:xfrm>
          </p:contentPart>
        </mc:Choice>
        <mc:Fallback/>
      </mc:AlternateContent>
      <mc:AlternateContent xmlns:mc="http://schemas.openxmlformats.org/markup-compatibility/2006">
        <mc:Choice xmlns:p14="http://schemas.microsoft.com/office/powerpoint/2010/main" Requires="p14">
          <p:contentPart r:id="rId10">
            <p14:nvContentPartPr>
              <p14:cNvPr id="215" name="Mobile phone user"/>
              <p14:cNvContentPartPr>
                <a14:cpLocks xmlns:a14="http://schemas.microsoft.com/office/drawing/2010/main" noSelect="1" noChangeArrowheads="1"/>
              </p14:cNvContentPartPr>
              <p14:nvPr/>
            </p14:nvContentPartPr>
            <p14:xfrm>
              <a:off x="8068980" y="4738225"/>
              <a:ext cx="330468" cy="395557"/>
            </p14:xfrm>
          </p:contentPart>
        </mc:Choice>
        <mc:Fallback/>
      </mc:AlternateContent>
      <mc:AlternateContent xmlns:mc="http://schemas.openxmlformats.org/markup-compatibility/2006">
        <mc:Choice xmlns:p14="http://schemas.microsoft.com/office/powerpoint/2010/main" Requires="p14">
          <p:contentPart r:id="rId11">
            <p14:nvContentPartPr>
              <p14:cNvPr id="216" name="Mobile phone user"/>
              <p14:cNvContentPartPr>
                <a14:cpLocks xmlns:a14="http://schemas.microsoft.com/office/drawing/2010/main" noSelect="1" noChangeArrowheads="1"/>
              </p14:cNvContentPartPr>
              <p14:nvPr/>
            </p14:nvContentPartPr>
            <p14:xfrm>
              <a:off x="8126229" y="4535110"/>
              <a:ext cx="313613" cy="726195"/>
            </p14:xfrm>
          </p:contentPart>
        </mc:Choice>
        <mc:Fallback/>
      </mc:AlternateContent>
      <mc:AlternateContent xmlns:mc="http://schemas.openxmlformats.org/markup-compatibility/2006">
        <mc:Choice xmlns:p14="http://schemas.microsoft.com/office/powerpoint/2010/main" Requires="p14">
          <p:contentPart r:id="rId12">
            <p14:nvContentPartPr>
              <p14:cNvPr id="217" name="Mobile phone user"/>
              <p14:cNvContentPartPr>
                <a14:cpLocks xmlns:a14="http://schemas.microsoft.com/office/drawing/2010/main" noSelect="1" noChangeArrowheads="1"/>
              </p14:cNvContentPartPr>
              <p14:nvPr/>
            </p14:nvContentPartPr>
            <p14:xfrm>
              <a:off x="8437083" y="4615480"/>
              <a:ext cx="308625" cy="545980"/>
            </p14:xfrm>
          </p:contentPart>
        </mc:Choice>
        <mc:Fallback/>
      </mc:AlternateContent>
      <mc:AlternateContent xmlns:mc="http://schemas.openxmlformats.org/markup-compatibility/2006">
        <mc:Choice xmlns:p14="http://schemas.microsoft.com/office/powerpoint/2010/main" Requires="p14">
          <p:contentPart r:id="rId13">
            <p14:nvContentPartPr>
              <p14:cNvPr id="218" name="Mobile phone user"/>
              <p14:cNvContentPartPr>
                <a14:cpLocks xmlns:a14="http://schemas.microsoft.com/office/drawing/2010/main" noSelect="1" noChangeArrowheads="1"/>
              </p14:cNvContentPartPr>
              <p14:nvPr/>
            </p14:nvContentPartPr>
            <p14:xfrm>
              <a:off x="8316370" y="4644355"/>
              <a:ext cx="329608" cy="504471"/>
            </p14:xfrm>
          </p:contentPart>
        </mc:Choice>
        <mc:Fallback/>
      </mc:AlternateContent>
      <mc:AlternateContent xmlns:mc="http://schemas.openxmlformats.org/markup-compatibility/2006">
        <mc:Choice xmlns:p14="http://schemas.microsoft.com/office/powerpoint/2010/main" Requires="p14">
          <p:contentPart r:id="rId14">
            <p14:nvContentPartPr>
              <p14:cNvPr id="219" name="Mobile phone user"/>
              <p14:cNvContentPartPr>
                <a14:cpLocks xmlns:a14="http://schemas.microsoft.com/office/drawing/2010/main" noSelect="1" noChangeArrowheads="1"/>
              </p14:cNvContentPartPr>
              <p14:nvPr/>
            </p14:nvContentPartPr>
            <p14:xfrm>
              <a:off x="8415530" y="4640020"/>
              <a:ext cx="281743" cy="440074"/>
            </p14:xfrm>
          </p:contentPart>
        </mc:Choice>
        <mc:Fallback/>
      </mc:AlternateContent>
      <mc:AlternateContent xmlns:mc="http://schemas.openxmlformats.org/markup-compatibility/2006">
        <mc:Choice xmlns:p14="http://schemas.microsoft.com/office/powerpoint/2010/main" Requires="p14">
          <p:contentPart r:id="rId15">
            <p14:nvContentPartPr>
              <p14:cNvPr id="220" name="Mobile phone user"/>
              <p14:cNvContentPartPr>
                <a14:cpLocks xmlns:a14="http://schemas.microsoft.com/office/drawing/2010/main" noSelect="1" noChangeArrowheads="1"/>
              </p14:cNvContentPartPr>
              <p14:nvPr/>
            </p14:nvContentPartPr>
            <p14:xfrm>
              <a:off x="8047758" y="4745419"/>
              <a:ext cx="558328" cy="416411"/>
            </p14:xfrm>
          </p:contentPart>
        </mc:Choice>
        <mc:Fallback/>
      </mc:AlternateContent>
      <mc:AlternateContent xmlns:mc="http://schemas.openxmlformats.org/markup-compatibility/2006">
        <mc:Choice xmlns:p14="http://schemas.microsoft.com/office/powerpoint/2010/main" Requires="p14">
          <p:contentPart r:id="rId16">
            <p14:nvContentPartPr>
              <p14:cNvPr id="221" name="Mobile phone user"/>
              <p14:cNvContentPartPr>
                <a14:cpLocks xmlns:a14="http://schemas.microsoft.com/office/drawing/2010/main" noSelect="1" noChangeArrowheads="1"/>
              </p14:cNvContentPartPr>
              <p14:nvPr/>
            </p14:nvContentPartPr>
            <p14:xfrm>
              <a:off x="7931613" y="4751088"/>
              <a:ext cx="618077" cy="423708"/>
            </p14:xfrm>
          </p:contentPart>
        </mc:Choice>
        <mc:Fallback/>
      </mc:AlternateContent>
      <mc:AlternateContent xmlns:mc="http://schemas.openxmlformats.org/markup-compatibility/2006">
        <mc:Choice xmlns:p14="http://schemas.microsoft.com/office/powerpoint/2010/main" Requires="p14">
          <p:contentPart r:id="rId17">
            <p14:nvContentPartPr>
              <p14:cNvPr id="222" name="Mobile phone user"/>
              <p14:cNvContentPartPr>
                <a14:cpLocks xmlns:a14="http://schemas.microsoft.com/office/drawing/2010/main" noSelect="1" noChangeArrowheads="1"/>
              </p14:cNvContentPartPr>
              <p14:nvPr/>
            </p14:nvContentPartPr>
            <p14:xfrm>
              <a:off x="7712491" y="4779182"/>
              <a:ext cx="900118" cy="409406"/>
            </p14:xfrm>
          </p:contentPart>
        </mc:Choice>
        <mc:Fallback/>
      </mc:AlternateContent>
      <mc:AlternateContent xmlns:mc="http://schemas.openxmlformats.org/markup-compatibility/2006">
        <mc:Choice xmlns:p14="http://schemas.microsoft.com/office/powerpoint/2010/main" Requires="p14">
          <p:contentPart r:id="rId18">
            <p14:nvContentPartPr>
              <p14:cNvPr id="223" name="Mobile phone user"/>
              <p14:cNvContentPartPr>
                <a14:cpLocks xmlns:a14="http://schemas.microsoft.com/office/drawing/2010/main" noSelect="1" noChangeArrowheads="1"/>
              </p14:cNvContentPartPr>
              <p14:nvPr/>
            </p14:nvContentPartPr>
            <p14:xfrm>
              <a:off x="7943995" y="4844093"/>
              <a:ext cx="538766" cy="321976"/>
            </p14:xfrm>
          </p:contentPart>
        </mc:Choice>
        <mc:Fallback/>
      </mc:AlternateContent>
      <mc:AlternateContent xmlns:mc="http://schemas.openxmlformats.org/markup-compatibility/2006">
        <mc:Choice xmlns:p14="http://schemas.microsoft.com/office/powerpoint/2010/main" Requires="p14">
          <p:contentPart r:id="rId19">
            <p14:nvContentPartPr>
              <p14:cNvPr id="224" name="Mobile phone user"/>
              <p14:cNvContentPartPr>
                <a14:cpLocks xmlns:a14="http://schemas.microsoft.com/office/drawing/2010/main" noSelect="1" noChangeArrowheads="1"/>
              </p14:cNvContentPartPr>
              <p14:nvPr/>
            </p14:nvContentPartPr>
            <p14:xfrm>
              <a:off x="7849247" y="4697228"/>
              <a:ext cx="810229" cy="466967"/>
            </p14:xfrm>
          </p:contentPart>
        </mc:Choice>
        <mc:Fallback/>
      </mc:AlternateContent>
      <mc:AlternateContent xmlns:mc="http://schemas.openxmlformats.org/markup-compatibility/2006">
        <mc:Choice xmlns:p14="http://schemas.microsoft.com/office/powerpoint/2010/main" Requires="p14">
          <p:contentPart r:id="rId20">
            <p14:nvContentPartPr>
              <p14:cNvPr id="225" name="Mobile phone user"/>
              <p14:cNvContentPartPr>
                <a14:cpLocks xmlns:a14="http://schemas.microsoft.com/office/drawing/2010/main" noSelect="1" noChangeArrowheads="1"/>
              </p14:cNvContentPartPr>
              <p14:nvPr/>
            </p14:nvContentPartPr>
            <p14:xfrm>
              <a:off x="8344690" y="4684180"/>
              <a:ext cx="405562" cy="441099"/>
            </p14:xfrm>
          </p:contentPart>
        </mc:Choice>
        <mc:Fallback/>
      </mc:AlternateContent>
      <mc:AlternateContent xmlns:mc="http://schemas.openxmlformats.org/markup-compatibility/2006">
        <mc:Choice xmlns:p14="http://schemas.microsoft.com/office/powerpoint/2010/main" Requires="p14">
          <p:contentPart r:id="rId21">
            <p14:nvContentPartPr>
              <p14:cNvPr id="226" name="Mobile phone user"/>
              <p14:cNvContentPartPr>
                <a14:cpLocks xmlns:a14="http://schemas.microsoft.com/office/drawing/2010/main" noSelect="1" noChangeArrowheads="1"/>
              </p14:cNvContentPartPr>
              <p14:nvPr/>
            </p14:nvContentPartPr>
            <p14:xfrm>
              <a:off x="8208640" y="4807796"/>
              <a:ext cx="328019" cy="358313"/>
            </p14:xfrm>
          </p:contentPart>
        </mc:Choice>
        <mc:Fallback/>
      </mc:AlternateContent>
      <mc:AlternateContent xmlns:mc="http://schemas.openxmlformats.org/markup-compatibility/2006">
        <mc:Choice xmlns:p14="http://schemas.microsoft.com/office/powerpoint/2010/main" Requires="p14">
          <p:contentPart r:id="rId22">
            <p14:nvContentPartPr>
              <p14:cNvPr id="227" name="Mobile phone user"/>
              <p14:cNvContentPartPr>
                <a14:cpLocks xmlns:a14="http://schemas.microsoft.com/office/drawing/2010/main" noSelect="1" noChangeArrowheads="1"/>
              </p14:cNvContentPartPr>
              <p14:nvPr/>
            </p14:nvContentPartPr>
            <p14:xfrm>
              <a:off x="8087675" y="4603988"/>
              <a:ext cx="447842" cy="504282"/>
            </p14:xfrm>
          </p:contentPart>
        </mc:Choice>
        <mc:Fallback/>
      </mc:AlternateContent>
      <mc:AlternateContent xmlns:mc="http://schemas.openxmlformats.org/markup-compatibility/2006">
        <mc:Choice xmlns:p14="http://schemas.microsoft.com/office/powerpoint/2010/main" Requires="p14">
          <p:contentPart r:id="rId23">
            <p14:nvContentPartPr>
              <p14:cNvPr id="228" name="Mobile phone user"/>
              <p14:cNvContentPartPr>
                <a14:cpLocks xmlns:a14="http://schemas.microsoft.com/office/drawing/2010/main" noSelect="1" noChangeArrowheads="1"/>
              </p14:cNvContentPartPr>
              <p14:nvPr/>
            </p14:nvContentPartPr>
            <p14:xfrm>
              <a:off x="7996264" y="4854349"/>
              <a:ext cx="272784" cy="307481"/>
            </p14:xfrm>
          </p:contentPart>
        </mc:Choice>
        <mc:Fallback/>
      </mc:AlternateContent>
      <mc:AlternateContent xmlns:mc="http://schemas.openxmlformats.org/markup-compatibility/2006">
        <mc:Choice xmlns:p14="http://schemas.microsoft.com/office/powerpoint/2010/main" Requires="p14">
          <p:contentPart r:id="rId24">
            <p14:nvContentPartPr>
              <p14:cNvPr id="229" name="Mobile phone user"/>
              <p14:cNvContentPartPr>
                <a14:cpLocks xmlns:a14="http://schemas.microsoft.com/office/drawing/2010/main" noSelect="1" noChangeArrowheads="1"/>
              </p14:cNvContentPartPr>
              <p14:nvPr/>
            </p14:nvContentPartPr>
            <p14:xfrm>
              <a:off x="8136079" y="4887613"/>
              <a:ext cx="254864" cy="271683"/>
            </p14:xfrm>
          </p:contentPart>
        </mc:Choice>
        <mc:Fallback/>
      </mc:AlternateContent>
      <mc:AlternateContent xmlns:mc="http://schemas.openxmlformats.org/markup-compatibility/2006">
        <mc:Choice xmlns:p14="http://schemas.microsoft.com/office/powerpoint/2010/main" Requires="p14">
          <p:contentPart r:id="rId25">
            <p14:nvContentPartPr>
              <p14:cNvPr id="230" name="Mobile phone user"/>
              <p14:cNvContentPartPr>
                <a14:cpLocks xmlns:a14="http://schemas.microsoft.com/office/drawing/2010/main" noSelect="1" noChangeArrowheads="1"/>
              </p14:cNvContentPartPr>
              <p14:nvPr/>
            </p14:nvContentPartPr>
            <p14:xfrm>
              <a:off x="8453309" y="4840522"/>
              <a:ext cx="235286" cy="318774"/>
            </p14:xfrm>
          </p:contentPart>
        </mc:Choice>
        <mc:Fallback/>
      </mc:AlternateContent>
      <mc:AlternateContent xmlns:mc="http://schemas.openxmlformats.org/markup-compatibility/2006">
        <mc:Choice xmlns:p14="http://schemas.microsoft.com/office/powerpoint/2010/main" Requires="p14">
          <p:contentPart r:id="rId26">
            <p14:nvContentPartPr>
              <p14:cNvPr id="231" name="Mobile phone user"/>
              <p14:cNvContentPartPr>
                <a14:cpLocks xmlns:a14="http://schemas.microsoft.com/office/drawing/2010/main" noSelect="1" noChangeArrowheads="1"/>
              </p14:cNvContentPartPr>
              <p14:nvPr/>
            </p14:nvContentPartPr>
            <p14:xfrm>
              <a:off x="8433466" y="4840220"/>
              <a:ext cx="249006" cy="301613"/>
            </p14:xfrm>
          </p:contentPart>
        </mc:Choice>
        <mc:Fallback/>
      </mc:AlternateContent>
      <mc:AlternateContent xmlns:mc="http://schemas.openxmlformats.org/markup-compatibility/2006">
        <mc:Choice xmlns:p14="http://schemas.microsoft.com/office/powerpoint/2010/main" Requires="p14">
          <p:contentPart r:id="rId27">
            <p14:nvContentPartPr>
              <p14:cNvPr id="232" name="Mobile phone user"/>
              <p14:cNvContentPartPr>
                <a14:cpLocks xmlns:a14="http://schemas.microsoft.com/office/drawing/2010/main" noSelect="1" noChangeArrowheads="1"/>
              </p14:cNvContentPartPr>
              <p14:nvPr/>
            </p14:nvContentPartPr>
            <p14:xfrm>
              <a:off x="8477050" y="4859792"/>
              <a:ext cx="234223" cy="285330"/>
            </p14:xfrm>
          </p:contentPart>
        </mc:Choice>
        <mc:Fallback/>
      </mc:AlternateContent>
      <mc:AlternateContent xmlns:mc="http://schemas.openxmlformats.org/markup-compatibility/2006">
        <mc:Choice xmlns:p14="http://schemas.microsoft.com/office/powerpoint/2010/main" Requires="p14">
          <p:contentPart r:id="rId28">
            <p14:nvContentPartPr>
              <p14:cNvPr id="233" name="Mobile phone user"/>
              <p14:cNvContentPartPr>
                <a14:cpLocks xmlns:a14="http://schemas.microsoft.com/office/drawing/2010/main" noSelect="1" noChangeArrowheads="1"/>
              </p14:cNvContentPartPr>
              <p14:nvPr/>
            </p14:nvContentPartPr>
            <p14:xfrm>
              <a:off x="8433228" y="4749665"/>
              <a:ext cx="305623" cy="406025"/>
            </p14:xfrm>
          </p:contentPart>
        </mc:Choice>
        <mc:Fallback/>
      </mc:AlternateContent>
      <mc:AlternateContent xmlns:mc="http://schemas.openxmlformats.org/markup-compatibility/2006">
        <mc:Choice xmlns:p14="http://schemas.microsoft.com/office/powerpoint/2010/main" Requires="p14">
          <p:contentPart r:id="rId29">
            <p14:nvContentPartPr>
              <p14:cNvPr id="234" name="Mobile phone user"/>
              <p14:cNvContentPartPr>
                <a14:cpLocks xmlns:a14="http://schemas.microsoft.com/office/drawing/2010/main" noSelect="1" noChangeArrowheads="1"/>
              </p14:cNvContentPartPr>
              <p14:nvPr/>
            </p14:nvContentPartPr>
            <p14:xfrm>
              <a:off x="3394017" y="4141147"/>
              <a:ext cx="1958508" cy="770736"/>
            </p14:xfrm>
          </p:contentPart>
        </mc:Choice>
        <mc:Fallback/>
      </mc:AlternateContent>
      <mc:AlternateContent xmlns:mc="http://schemas.openxmlformats.org/markup-compatibility/2006">
        <mc:Choice xmlns:p14="http://schemas.microsoft.com/office/powerpoint/2010/main" Requires="p14">
          <p:contentPart r:id="rId30">
            <p14:nvContentPartPr>
              <p14:cNvPr id="235" name="Mobile phone user"/>
              <p14:cNvContentPartPr>
                <a14:cpLocks xmlns:a14="http://schemas.microsoft.com/office/drawing/2010/main" noSelect="1" noChangeArrowheads="1"/>
              </p14:cNvContentPartPr>
              <p14:nvPr/>
            </p14:nvContentPartPr>
            <p14:xfrm>
              <a:off x="8608503" y="4663399"/>
              <a:ext cx="312468" cy="312468"/>
            </p14:xfrm>
          </p:contentPart>
        </mc:Choice>
        <mc:Fallback/>
      </mc:AlternateContent>
      <mc:AlternateContent xmlns:mc="http://schemas.openxmlformats.org/markup-compatibility/2006">
        <mc:Choice xmlns:p14="http://schemas.microsoft.com/office/powerpoint/2010/main" Requires="p14">
          <p:contentPart r:id="rId31">
            <p14:nvContentPartPr>
              <p14:cNvPr id="236" name="Mobile phone user"/>
              <p14:cNvContentPartPr>
                <a14:cpLocks xmlns:a14="http://schemas.microsoft.com/office/drawing/2010/main" noSelect="1" noChangeArrowheads="1"/>
              </p14:cNvContentPartPr>
              <p14:nvPr/>
            </p14:nvContentPartPr>
            <p14:xfrm>
              <a:off x="8589975" y="4810138"/>
              <a:ext cx="294447" cy="341902"/>
            </p14:xfrm>
          </p:contentPart>
        </mc:Choice>
        <mc:Fallback/>
      </mc:AlternateContent>
      <mc:AlternateContent xmlns:mc="http://schemas.openxmlformats.org/markup-compatibility/2006">
        <mc:Choice xmlns:p14="http://schemas.microsoft.com/office/powerpoint/2010/main" Requires="p14">
          <p:contentPart r:id="rId32">
            <p14:nvContentPartPr>
              <p14:cNvPr id="237" name="Mobile phone user"/>
              <p14:cNvContentPartPr>
                <a14:cpLocks xmlns:a14="http://schemas.microsoft.com/office/drawing/2010/main" noSelect="1" noChangeArrowheads="1"/>
              </p14:cNvContentPartPr>
              <p14:nvPr/>
            </p14:nvContentPartPr>
            <p14:xfrm>
              <a:off x="8709522" y="4803353"/>
              <a:ext cx="286259" cy="361664"/>
            </p14:xfrm>
          </p:contentPart>
        </mc:Choice>
        <mc:Fallback/>
      </mc:AlternateContent>
      <mc:AlternateContent xmlns:mc="http://schemas.openxmlformats.org/markup-compatibility/2006">
        <mc:Choice xmlns:p14="http://schemas.microsoft.com/office/powerpoint/2010/main" Requires="p14">
          <p:contentPart r:id="rId33">
            <p14:nvContentPartPr>
              <p14:cNvPr id="238" name="Mobile phone user"/>
              <p14:cNvContentPartPr>
                <a14:cpLocks xmlns:a14="http://schemas.microsoft.com/office/drawing/2010/main" noSelect="1" noChangeArrowheads="1"/>
              </p14:cNvContentPartPr>
              <p14:nvPr/>
            </p14:nvContentPartPr>
            <p14:xfrm>
              <a:off x="8690132" y="4618450"/>
              <a:ext cx="408459" cy="540558"/>
            </p14:xfrm>
          </p:contentPart>
        </mc:Choice>
        <mc:Fallback/>
      </mc:AlternateContent>
      <mc:AlternateContent xmlns:mc="http://schemas.openxmlformats.org/markup-compatibility/2006">
        <mc:Choice xmlns:p14="http://schemas.microsoft.com/office/powerpoint/2010/main" Requires="p14">
          <p:contentPart r:id="rId34">
            <p14:nvContentPartPr>
              <p14:cNvPr id="239" name="Mobile phone user"/>
              <p14:cNvContentPartPr>
                <a14:cpLocks xmlns:a14="http://schemas.microsoft.com/office/drawing/2010/main" noSelect="1" noChangeArrowheads="1"/>
              </p14:cNvContentPartPr>
              <p14:nvPr/>
            </p14:nvContentPartPr>
            <p14:xfrm>
              <a:off x="8459280" y="4704674"/>
              <a:ext cx="312468" cy="312468"/>
            </p14:xfrm>
          </p:contentPart>
        </mc:Choice>
        <mc:Fallback/>
      </mc:AlternateContent>
      <mc:AlternateContent xmlns:mc="http://schemas.openxmlformats.org/markup-compatibility/2006">
        <mc:Choice xmlns:p14="http://schemas.microsoft.com/office/powerpoint/2010/main" Requires="p14">
          <p:contentPart r:id="rId35">
            <p14:nvContentPartPr>
              <p14:cNvPr id="240" name="Mobile phone user"/>
              <p14:cNvContentPartPr>
                <a14:cpLocks xmlns:a14="http://schemas.microsoft.com/office/drawing/2010/main" noSelect="1" noChangeArrowheads="1"/>
              </p14:cNvContentPartPr>
              <p14:nvPr/>
            </p14:nvContentPartPr>
            <p14:xfrm>
              <a:off x="8706926" y="4901521"/>
              <a:ext cx="312468" cy="312468"/>
            </p14:xfrm>
          </p:contentPart>
        </mc:Choice>
        <mc:Fallback/>
      </mc:AlternateContent>
      <mc:AlternateContent xmlns:mc="http://schemas.openxmlformats.org/markup-compatibility/2006">
        <mc:Choice xmlns:p14="http://schemas.microsoft.com/office/powerpoint/2010/main" Requires="p14">
          <p:contentPart r:id="rId36">
            <p14:nvContentPartPr>
              <p14:cNvPr id="241" name="Mobile phone user"/>
              <p14:cNvContentPartPr>
                <a14:cpLocks xmlns:a14="http://schemas.microsoft.com/office/drawing/2010/main" noSelect="1" noChangeArrowheads="1"/>
              </p14:cNvContentPartPr>
              <p14:nvPr/>
            </p14:nvContentPartPr>
            <p14:xfrm>
              <a:off x="8684235" y="4729772"/>
              <a:ext cx="339637" cy="447833"/>
            </p14:xfrm>
          </p:contentPart>
        </mc:Choice>
        <mc:Fallback/>
      </mc:AlternateContent>
      <mc:AlternateContent xmlns:mc="http://schemas.openxmlformats.org/markup-compatibility/2006">
        <mc:Choice xmlns:p14="http://schemas.microsoft.com/office/powerpoint/2010/main" Requires="p14">
          <p:contentPart r:id="rId37">
            <p14:nvContentPartPr>
              <p14:cNvPr id="242" name="Mobile phone user"/>
              <p14:cNvContentPartPr>
                <a14:cpLocks xmlns:a14="http://schemas.microsoft.com/office/drawing/2010/main" noSelect="1" noChangeArrowheads="1"/>
              </p14:cNvContentPartPr>
              <p14:nvPr/>
            </p14:nvContentPartPr>
            <p14:xfrm>
              <a:off x="8728385" y="4844248"/>
              <a:ext cx="308435" cy="314142"/>
            </p14:xfrm>
          </p:contentPart>
        </mc:Choice>
        <mc:Fallback/>
      </mc:AlternateContent>
      <mc:AlternateContent xmlns:mc="http://schemas.openxmlformats.org/markup-compatibility/2006">
        <mc:Choice xmlns:p14="http://schemas.microsoft.com/office/powerpoint/2010/main" Requires="p14">
          <p:contentPart r:id="rId38">
            <p14:nvContentPartPr>
              <p14:cNvPr id="243" name="Mobile phone user"/>
              <p14:cNvContentPartPr>
                <a14:cpLocks xmlns:a14="http://schemas.microsoft.com/office/drawing/2010/main" noSelect="1" noChangeArrowheads="1"/>
              </p14:cNvContentPartPr>
              <p14:nvPr/>
            </p14:nvContentPartPr>
            <p14:xfrm>
              <a:off x="8486822" y="4796798"/>
              <a:ext cx="299177" cy="387724"/>
            </p14:xfrm>
          </p:contentPart>
        </mc:Choice>
        <mc:Fallback/>
      </mc:AlternateContent>
      <mc:AlternateContent xmlns:mc="http://schemas.openxmlformats.org/markup-compatibility/2006">
        <mc:Choice xmlns:p14="http://schemas.microsoft.com/office/powerpoint/2010/main" Requires="p14">
          <p:contentPart r:id="rId39">
            <p14:nvContentPartPr>
              <p14:cNvPr id="244" name="Mobile phone user"/>
              <p14:cNvContentPartPr>
                <a14:cpLocks xmlns:a14="http://schemas.microsoft.com/office/drawing/2010/main" noSelect="1" noChangeArrowheads="1"/>
              </p14:cNvContentPartPr>
              <p14:nvPr/>
            </p14:nvContentPartPr>
            <p14:xfrm>
              <a:off x="8505323" y="4788381"/>
              <a:ext cx="299725" cy="361763"/>
            </p14:xfrm>
          </p:contentPart>
        </mc:Choice>
        <mc:Fallback/>
      </mc:AlternateContent>
      <mc:AlternateContent xmlns:mc="http://schemas.openxmlformats.org/markup-compatibility/2006">
        <mc:Choice xmlns:p14="http://schemas.microsoft.com/office/powerpoint/2010/main" Requires="p14">
          <p:contentPart r:id="rId40">
            <p14:nvContentPartPr>
              <p14:cNvPr id="245" name="Mobile phone user"/>
              <p14:cNvContentPartPr>
                <a14:cpLocks xmlns:a14="http://schemas.microsoft.com/office/drawing/2010/main" noSelect="1" noChangeArrowheads="1"/>
              </p14:cNvContentPartPr>
              <p14:nvPr/>
            </p14:nvContentPartPr>
            <p14:xfrm>
              <a:off x="8442012" y="4754401"/>
              <a:ext cx="386110" cy="392380"/>
            </p14:xfrm>
          </p:contentPart>
        </mc:Choice>
        <mc:Fallback/>
      </mc:AlternateContent>
      <mc:AlternateContent xmlns:mc="http://schemas.openxmlformats.org/markup-compatibility/2006">
        <mc:Choice xmlns:p14="http://schemas.microsoft.com/office/powerpoint/2010/main" Requires="p14">
          <p:contentPart r:id="rId41">
            <p14:nvContentPartPr>
              <p14:cNvPr id="246" name="Mobile phone user"/>
              <p14:cNvContentPartPr>
                <a14:cpLocks xmlns:a14="http://schemas.microsoft.com/office/drawing/2010/main" noSelect="1" noChangeArrowheads="1"/>
              </p14:cNvContentPartPr>
              <p14:nvPr/>
            </p14:nvContentPartPr>
            <p14:xfrm>
              <a:off x="8625051" y="4670038"/>
              <a:ext cx="360970" cy="497877"/>
            </p14:xfrm>
          </p:contentPart>
        </mc:Choice>
        <mc:Fallback/>
      </mc:AlternateContent>
      <mc:AlternateContent xmlns:mc="http://schemas.openxmlformats.org/markup-compatibility/2006">
        <mc:Choice xmlns:p14="http://schemas.microsoft.com/office/powerpoint/2010/main" Requires="p14">
          <p:contentPart r:id="rId42">
            <p14:nvContentPartPr>
              <p14:cNvPr id="247" name="Mobile phone user"/>
              <p14:cNvContentPartPr>
                <a14:cpLocks xmlns:a14="http://schemas.microsoft.com/office/drawing/2010/main" noSelect="1" noChangeArrowheads="1"/>
              </p14:cNvContentPartPr>
              <p14:nvPr/>
            </p14:nvContentPartPr>
            <p14:xfrm>
              <a:off x="8722501" y="4663432"/>
              <a:ext cx="291822" cy="504482"/>
            </p14:xfrm>
          </p:contentPart>
        </mc:Choice>
        <mc:Fallback/>
      </mc:AlternateContent>
      <mc:AlternateContent xmlns:mc="http://schemas.openxmlformats.org/markup-compatibility/2006">
        <mc:Choice xmlns:p14="http://schemas.microsoft.com/office/powerpoint/2010/main" Requires="p14">
          <p:contentPart r:id="rId43">
            <p14:nvContentPartPr>
              <p14:cNvPr id="248" name="Mobile phone user"/>
              <p14:cNvContentPartPr>
                <a14:cpLocks xmlns:a14="http://schemas.microsoft.com/office/drawing/2010/main" noSelect="1" noChangeArrowheads="1"/>
              </p14:cNvContentPartPr>
              <p14:nvPr/>
            </p14:nvContentPartPr>
            <p14:xfrm>
              <a:off x="8869614" y="4681123"/>
              <a:ext cx="280814" cy="460641"/>
            </p14:xfrm>
          </p:contentPart>
        </mc:Choice>
        <mc:Fallback/>
      </mc:AlternateContent>
      <mc:AlternateContent xmlns:mc="http://schemas.openxmlformats.org/markup-compatibility/2006">
        <mc:Choice xmlns:p14="http://schemas.microsoft.com/office/powerpoint/2010/main" Requires="p14">
          <p:contentPart r:id="rId44">
            <p14:nvContentPartPr>
              <p14:cNvPr id="249" name="Mobile phone user"/>
              <p14:cNvContentPartPr>
                <a14:cpLocks xmlns:a14="http://schemas.microsoft.com/office/drawing/2010/main" noSelect="1" noChangeArrowheads="1"/>
              </p14:cNvContentPartPr>
              <p14:nvPr/>
            </p14:nvContentPartPr>
            <p14:xfrm>
              <a:off x="8730260" y="4707831"/>
              <a:ext cx="328784" cy="436448"/>
            </p14:xfrm>
          </p:contentPart>
        </mc:Choice>
        <mc:Fallback/>
      </mc:AlternateContent>
      <mc:AlternateContent xmlns:mc="http://schemas.openxmlformats.org/markup-compatibility/2006">
        <mc:Choice xmlns:p14="http://schemas.microsoft.com/office/powerpoint/2010/main" Requires="p14">
          <p:contentPart r:id="rId45">
            <p14:nvContentPartPr>
              <p14:cNvPr id="250" name="Mobile phone user"/>
              <p14:cNvContentPartPr>
                <a14:cpLocks xmlns:a14="http://schemas.microsoft.com/office/drawing/2010/main" noSelect="1" noChangeArrowheads="1"/>
              </p14:cNvContentPartPr>
              <p14:nvPr/>
            </p14:nvContentPartPr>
            <p14:xfrm>
              <a:off x="8629428" y="4236656"/>
              <a:ext cx="265517" cy="916383"/>
            </p14:xfrm>
          </p:contentPart>
        </mc:Choice>
        <mc:Fallback/>
      </mc:AlternateContent>
      <mc:AlternateContent xmlns:mc="http://schemas.openxmlformats.org/markup-compatibility/2006">
        <mc:Choice xmlns:p14="http://schemas.microsoft.com/office/powerpoint/2010/main" Requires="p14">
          <p:contentPart r:id="rId46">
            <p14:nvContentPartPr>
              <p14:cNvPr id="251" name="Mobile phone user"/>
              <p14:cNvContentPartPr>
                <a14:cpLocks xmlns:a14="http://schemas.microsoft.com/office/drawing/2010/main" noSelect="1" noChangeArrowheads="1"/>
              </p14:cNvContentPartPr>
              <p14:nvPr/>
            </p14:nvContentPartPr>
            <p14:xfrm>
              <a:off x="8907397" y="4822774"/>
              <a:ext cx="269323" cy="312641"/>
            </p14:xfrm>
          </p:contentPart>
        </mc:Choice>
        <mc:Fallback/>
      </mc:AlternateContent>
      <mc:AlternateContent xmlns:mc="http://schemas.openxmlformats.org/markup-compatibility/2006">
        <mc:Choice xmlns:p14="http://schemas.microsoft.com/office/powerpoint/2010/main" Requires="p14">
          <p:contentPart r:id="rId47">
            <p14:nvContentPartPr>
              <p14:cNvPr id="252" name="Mobile phone user"/>
              <p14:cNvContentPartPr>
                <a14:cpLocks xmlns:a14="http://schemas.microsoft.com/office/drawing/2010/main" noSelect="1" noChangeArrowheads="1"/>
              </p14:cNvContentPartPr>
              <p14:nvPr/>
            </p14:nvContentPartPr>
            <p14:xfrm>
              <a:off x="8787921" y="4642346"/>
              <a:ext cx="383949" cy="459530"/>
            </p14:xfrm>
          </p:contentPart>
        </mc:Choice>
        <mc:Fallback/>
      </mc:AlternateContent>
      <mc:AlternateContent xmlns:mc="http://schemas.openxmlformats.org/markup-compatibility/2006">
        <mc:Choice xmlns:p14="http://schemas.microsoft.com/office/powerpoint/2010/main" Requires="p14">
          <p:contentPart r:id="rId48">
            <p14:nvContentPartPr>
              <p14:cNvPr id="253" name="Mobile phone user"/>
              <p14:cNvContentPartPr>
                <a14:cpLocks xmlns:a14="http://schemas.microsoft.com/office/drawing/2010/main" noSelect="1" noChangeArrowheads="1"/>
              </p14:cNvContentPartPr>
              <p14:nvPr/>
            </p14:nvContentPartPr>
            <p14:xfrm>
              <a:off x="8874898" y="4794809"/>
              <a:ext cx="297356" cy="347706"/>
            </p14:xfrm>
          </p:contentPart>
        </mc:Choice>
        <mc:Fallback/>
      </mc:AlternateContent>
      <mc:AlternateContent xmlns:mc="http://schemas.openxmlformats.org/markup-compatibility/2006">
        <mc:Choice xmlns:p14="http://schemas.microsoft.com/office/powerpoint/2010/main" Requires="p14">
          <p:contentPart r:id="rId49">
            <p14:nvContentPartPr>
              <p14:cNvPr id="254" name="Mobile phone user"/>
              <p14:cNvContentPartPr>
                <a14:cpLocks xmlns:a14="http://schemas.microsoft.com/office/drawing/2010/main" noSelect="1" noChangeArrowheads="1"/>
              </p14:cNvContentPartPr>
              <p14:nvPr/>
            </p14:nvContentPartPr>
            <p14:xfrm>
              <a:off x="8873528" y="4842148"/>
              <a:ext cx="273906" cy="328433"/>
            </p14:xfrm>
          </p:contentPart>
        </mc:Choice>
        <mc:Fallback/>
      </mc:AlternateContent>
      <mc:AlternateContent xmlns:mc="http://schemas.openxmlformats.org/markup-compatibility/2006">
        <mc:Choice xmlns:p14="http://schemas.microsoft.com/office/powerpoint/2010/main" Requires="p14">
          <p:contentPart r:id="rId50">
            <p14:nvContentPartPr>
              <p14:cNvPr id="255" name="Mobile phone user"/>
              <p14:cNvContentPartPr>
                <a14:cpLocks xmlns:a14="http://schemas.microsoft.com/office/drawing/2010/main" noSelect="1" noChangeArrowheads="1"/>
              </p14:cNvContentPartPr>
              <p14:nvPr/>
            </p14:nvContentPartPr>
            <p14:xfrm>
              <a:off x="8859023" y="4847626"/>
              <a:ext cx="279395" cy="326639"/>
            </p14:xfrm>
          </p:contentPart>
        </mc:Choice>
        <mc:Fallback/>
      </mc:AlternateContent>
      <mc:AlternateContent xmlns:mc="http://schemas.openxmlformats.org/markup-compatibility/2006">
        <mc:Choice xmlns:p14="http://schemas.microsoft.com/office/powerpoint/2010/main" Requires="p14">
          <p:contentPart r:id="rId51">
            <p14:nvContentPartPr>
              <p14:cNvPr id="256" name="Mobile phone user"/>
              <p14:cNvContentPartPr>
                <a14:cpLocks xmlns:a14="http://schemas.microsoft.com/office/drawing/2010/main" noSelect="1" noChangeArrowheads="1"/>
              </p14:cNvContentPartPr>
              <p14:nvPr/>
            </p14:nvContentPartPr>
            <p14:xfrm>
              <a:off x="8592628" y="4904696"/>
              <a:ext cx="312468" cy="312468"/>
            </p14:xfrm>
          </p:contentPart>
        </mc:Choice>
        <mc:Fallback/>
      </mc:AlternateContent>
      <mc:AlternateContent xmlns:mc="http://schemas.openxmlformats.org/markup-compatibility/2006">
        <mc:Choice xmlns:p14="http://schemas.microsoft.com/office/powerpoint/2010/main" Requires="p14">
          <p:contentPart r:id="rId52">
            <p14:nvContentPartPr>
              <p14:cNvPr id="257" name="Mobile phone user"/>
              <p14:cNvContentPartPr>
                <a14:cpLocks xmlns:a14="http://schemas.microsoft.com/office/drawing/2010/main" noSelect="1" noChangeArrowheads="1"/>
              </p14:cNvContentPartPr>
              <p14:nvPr/>
            </p14:nvContentPartPr>
            <p14:xfrm>
              <a:off x="8694227" y="4590375"/>
              <a:ext cx="312468" cy="312468"/>
            </p14:xfrm>
          </p:contentPart>
        </mc:Choice>
        <mc:Fallback/>
      </mc:AlternateContent>
    </p:spTree>
    <p:extLst>
      <p:ext uri="{BB962C8B-B14F-4D97-AF65-F5344CB8AC3E}">
        <p14:creationId xmlns:p14="http://schemas.microsoft.com/office/powerpoint/2010/main" val="390698644"/>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36" name="Rectangle"/>
          <p:cNvSpPr>
            <a:spLocks/>
          </p:cNvSpPr>
          <p:nvPr/>
        </p:nvSpPr>
        <p:spPr>
          <a:xfrm rot="0">
            <a:off x="496119" y="1009650"/>
            <a:ext cx="8151763" cy="3875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400" b="0" i="0" u="none" strike="noStrike" kern="1200" cap="none" spc="0" baseline="0">
                <a:solidFill>
                  <a:srgbClr val="1B1B27"/>
                </a:solidFill>
                <a:latin typeface="Raleway" pitchFamily="34" charset="0"/>
                <a:ea typeface="Raleway" pitchFamily="34" charset="0"/>
                <a:cs typeface="Raleway" pitchFamily="34" charset="0"/>
              </a:rPr>
              <a:t>Team Details</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 name="Rectangle"/>
          <p:cNvSpPr>
            <a:spLocks/>
          </p:cNvSpPr>
          <p:nvPr/>
        </p:nvSpPr>
        <p:spPr>
          <a:xfrm rot="0">
            <a:off x="496119" y="1645221"/>
            <a:ext cx="8151763" cy="536450"/>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3C3939"/>
                </a:solidFill>
                <a:latin typeface="Roboto Bold" pitchFamily="34" charset="0"/>
                <a:ea typeface="Roboto Bold" pitchFamily="34" charset="0"/>
                <a:cs typeface="Roboto Bold" pitchFamily="34" charset="0"/>
              </a:rPr>
              <a:t>Project:</a:t>
            </a:r>
            <a:r>
              <a:rPr lang="en-US" altLang="zh-CN" sz="950" b="0" i="0" u="none" strike="noStrike" kern="1200" cap="none" spc="0" baseline="0">
                <a:solidFill>
                  <a:srgbClr val="3C3939"/>
                </a:solidFill>
                <a:latin typeface="Roboto" pitchFamily="34" charset="0"/>
                <a:ea typeface="Roboto" pitchFamily="34" charset="0"/>
                <a:cs typeface="Roboto" pitchFamily="34" charset="0"/>
              </a:rPr>
              <a:t> Cybersecurity Incident Response AI Agent</a:t>
            </a:r>
            <a:endParaRPr lang="en-US" altLang="zh-CN" sz="9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33000"/>
              </a:lnSpc>
              <a:spcBef>
                <a:spcPts val="0"/>
              </a:spcBef>
              <a:spcAft>
                <a:spcPts val="0"/>
              </a:spcAft>
              <a:buNone/>
            </a:pPr>
            <a:r>
              <a:rPr lang="en-US" altLang="zh-CN" sz="950" b="1" i="0" u="none" strike="noStrike" kern="1200" cap="none" spc="0" baseline="0">
                <a:solidFill>
                  <a:srgbClr val="3C3939"/>
                </a:solidFill>
                <a:latin typeface="Roboto Bold" pitchFamily="34" charset="0"/>
                <a:ea typeface="Roboto Bold" pitchFamily="34" charset="0"/>
                <a:cs typeface="Roboto Bold" pitchFamily="34" charset="0"/>
              </a:rPr>
              <a:t>Team:</a:t>
            </a:r>
            <a:r>
              <a:rPr lang="en-US" altLang="zh-CN" sz="950" b="0" i="0" u="none" strike="noStrike" kern="1200" cap="none" spc="0" baseline="0">
                <a:solidFill>
                  <a:srgbClr val="3C3939"/>
                </a:solidFill>
                <a:latin typeface="Roboto" pitchFamily="34" charset="0"/>
                <a:ea typeface="Roboto" pitchFamily="34" charset="0"/>
                <a:cs typeface="Roboto" pitchFamily="34" charset="0"/>
              </a:rPr>
              <a:t> Write to U2U System</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38" name="Rounded rectangle"/>
          <p:cNvSpPr>
            <a:spLocks/>
          </p:cNvSpPr>
          <p:nvPr/>
        </p:nvSpPr>
        <p:spPr>
          <a:xfrm rot="0">
            <a:off x="496119" y="2321198"/>
            <a:ext cx="8151763" cy="1812651"/>
          </a:xfrm>
          <a:prstGeom prst="roundRect">
            <a:avLst>
              <a:gd name="adj" fmla="val 2875"/>
            </a:avLst>
          </a:prstGeom>
          <a:noFill/>
          <a:ln w="4763" cmpd="sng" cap="flat">
            <a:solidFill>
              <a:srgbClr val="000000">
                <a:alpha val="8000"/>
              </a:srgbClr>
            </a:solidFill>
            <a:prstDash val="solid"/>
            <a:round/>
          </a:ln>
        </p:spPr>
      </p:sp>
      <p:sp>
        <p:nvSpPr>
          <p:cNvPr id="39" name="Rectangle"/>
          <p:cNvSpPr>
            <a:spLocks/>
          </p:cNvSpPr>
          <p:nvPr/>
        </p:nvSpPr>
        <p:spPr>
          <a:xfrm rot="0">
            <a:off x="496119" y="2685157"/>
            <a:ext cx="8151763" cy="7752"/>
          </a:xfrm>
          <a:prstGeom prst="rect"/>
          <a:solidFill>
            <a:srgbClr val="000000">
              <a:alpha val="8000"/>
            </a:srgbClr>
          </a:solidFill>
          <a:ln w="12700" cmpd="sng" cap="flat">
            <a:noFill/>
            <a:prstDash val="solid"/>
            <a:miter/>
          </a:ln>
        </p:spPr>
      </p:sp>
      <p:sp>
        <p:nvSpPr>
          <p:cNvPr id="40" name="Rectangle"/>
          <p:cNvSpPr>
            <a:spLocks/>
          </p:cNvSpPr>
          <p:nvPr/>
        </p:nvSpPr>
        <p:spPr>
          <a:xfrm rot="0">
            <a:off x="496119" y="3046735"/>
            <a:ext cx="8151763" cy="7752"/>
          </a:xfrm>
          <a:prstGeom prst="rect"/>
          <a:solidFill>
            <a:srgbClr val="000000">
              <a:alpha val="8000"/>
            </a:srgbClr>
          </a:solidFill>
          <a:ln w="12700" cmpd="sng" cap="flat">
            <a:noFill/>
            <a:prstDash val="solid"/>
            <a:miter/>
          </a:ln>
        </p:spPr>
      </p:sp>
      <p:sp>
        <p:nvSpPr>
          <p:cNvPr id="41" name="Rectangle"/>
          <p:cNvSpPr>
            <a:spLocks/>
          </p:cNvSpPr>
          <p:nvPr/>
        </p:nvSpPr>
        <p:spPr>
          <a:xfrm rot="0">
            <a:off x="496119" y="3408313"/>
            <a:ext cx="8151763" cy="7752"/>
          </a:xfrm>
          <a:prstGeom prst="rect"/>
          <a:solidFill>
            <a:srgbClr val="000000">
              <a:alpha val="8000"/>
            </a:srgbClr>
          </a:solidFill>
          <a:ln w="12700" cmpd="sng" cap="flat">
            <a:noFill/>
            <a:prstDash val="solid"/>
            <a:miter/>
          </a:ln>
        </p:spPr>
      </p:sp>
      <p:sp>
        <p:nvSpPr>
          <p:cNvPr id="42" name="Rectangle"/>
          <p:cNvSpPr>
            <a:spLocks/>
          </p:cNvSpPr>
          <p:nvPr/>
        </p:nvSpPr>
        <p:spPr>
          <a:xfrm rot="0">
            <a:off x="496119" y="3769891"/>
            <a:ext cx="8151763" cy="7752"/>
          </a:xfrm>
          <a:prstGeom prst="rect"/>
          <a:solidFill>
            <a:srgbClr val="000000">
              <a:alpha val="8000"/>
            </a:srgbClr>
          </a:solidFill>
          <a:ln w="12700" cmpd="sng" cap="flat">
            <a:noFill/>
            <a:prstDash val="solid"/>
            <a:miter/>
          </a:ln>
        </p:spPr>
      </p:sp>
      <p:sp>
        <p:nvSpPr>
          <p:cNvPr id="43" name="Rectangle"/>
          <p:cNvSpPr>
            <a:spLocks/>
          </p:cNvSpPr>
          <p:nvPr/>
        </p:nvSpPr>
        <p:spPr>
          <a:xfrm rot="0">
            <a:off x="624929" y="2405137"/>
            <a:ext cx="5908774"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3C3939"/>
                </a:solidFill>
                <a:latin typeface="Roboto Bold" pitchFamily="34" charset="0"/>
                <a:ea typeface="Roboto Bold" pitchFamily="34" charset="0"/>
                <a:cs typeface="Roboto Bold" pitchFamily="34" charset="0"/>
              </a:rPr>
              <a:t>Team Member</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44" name="Rectangle"/>
          <p:cNvSpPr>
            <a:spLocks/>
          </p:cNvSpPr>
          <p:nvPr/>
        </p:nvSpPr>
        <p:spPr>
          <a:xfrm rot="0">
            <a:off x="6324451" y="2405137"/>
            <a:ext cx="2651894"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3C3939"/>
                </a:solidFill>
                <a:latin typeface="Roboto Bold" pitchFamily="34" charset="0"/>
                <a:ea typeface="Roboto Bold" pitchFamily="34" charset="0"/>
                <a:cs typeface="Roboto Bold" pitchFamily="34" charset="0"/>
              </a:rPr>
              <a:t>Roll No.</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45" name="Rectangle"/>
          <p:cNvSpPr>
            <a:spLocks/>
          </p:cNvSpPr>
          <p:nvPr/>
        </p:nvSpPr>
        <p:spPr>
          <a:xfrm rot="0">
            <a:off x="624929" y="2766714"/>
            <a:ext cx="590877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Ashvani Pal</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46" name="Rectangle"/>
          <p:cNvSpPr>
            <a:spLocks/>
          </p:cNvSpPr>
          <p:nvPr/>
        </p:nvSpPr>
        <p:spPr>
          <a:xfrm rot="0">
            <a:off x="6324451" y="2766714"/>
            <a:ext cx="265189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45</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47" name="Rectangle"/>
          <p:cNvSpPr>
            <a:spLocks/>
          </p:cNvSpPr>
          <p:nvPr/>
        </p:nvSpPr>
        <p:spPr>
          <a:xfrm rot="0">
            <a:off x="624929" y="3128292"/>
            <a:ext cx="590877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Pratiksha Patel</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48" name="Rectangle"/>
          <p:cNvSpPr>
            <a:spLocks/>
          </p:cNvSpPr>
          <p:nvPr/>
        </p:nvSpPr>
        <p:spPr>
          <a:xfrm rot="0">
            <a:off x="6324451" y="3128292"/>
            <a:ext cx="265189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48</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49" name="Rectangle"/>
          <p:cNvSpPr>
            <a:spLocks/>
          </p:cNvSpPr>
          <p:nvPr/>
        </p:nvSpPr>
        <p:spPr>
          <a:xfrm rot="0">
            <a:off x="624929" y="3489870"/>
            <a:ext cx="590877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Rinki Tiwari</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50" name="Rectangle"/>
          <p:cNvSpPr>
            <a:spLocks/>
          </p:cNvSpPr>
          <p:nvPr/>
        </p:nvSpPr>
        <p:spPr>
          <a:xfrm rot="0">
            <a:off x="6324451" y="3489870"/>
            <a:ext cx="265189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69</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51" name="Rectangle"/>
          <p:cNvSpPr>
            <a:spLocks/>
          </p:cNvSpPr>
          <p:nvPr/>
        </p:nvSpPr>
        <p:spPr>
          <a:xfrm rot="0">
            <a:off x="624929" y="3851449"/>
            <a:ext cx="590877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Kajal Vishwakarma</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52" name="Rectangle"/>
          <p:cNvSpPr>
            <a:spLocks/>
          </p:cNvSpPr>
          <p:nvPr/>
        </p:nvSpPr>
        <p:spPr>
          <a:xfrm rot="0">
            <a:off x="6324451" y="3851449"/>
            <a:ext cx="2651894"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70</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1">
            <p14:nvContentPartPr>
              <p14:cNvPr id="258" name="Mobile phone user"/>
              <p14:cNvContentPartPr>
                <a14:cpLocks xmlns:a14="http://schemas.microsoft.com/office/drawing/2010/main" noSelect="1" noChangeArrowheads="1"/>
              </p14:cNvContentPartPr>
              <p14:nvPr/>
            </p14:nvContentPartPr>
            <p14:xfrm>
              <a:off x="7769107" y="4811092"/>
              <a:ext cx="1452538" cy="313279"/>
            </p14:xfrm>
          </p:contentPart>
        </mc:Choice>
        <mc:Fallback/>
      </mc:AlternateContent>
      <mc:AlternateContent xmlns:mc="http://schemas.openxmlformats.org/markup-compatibility/2006">
        <mc:Choice xmlns:p14="http://schemas.microsoft.com/office/powerpoint/2010/main" Requires="p14">
          <p:contentPart r:id="rId2">
            <p14:nvContentPartPr>
              <p14:cNvPr id="259" name="Mobile phone user"/>
              <p14:cNvContentPartPr>
                <a14:cpLocks xmlns:a14="http://schemas.microsoft.com/office/drawing/2010/main" noSelect="1" noChangeArrowheads="1"/>
              </p14:cNvContentPartPr>
              <p14:nvPr/>
            </p14:nvContentPartPr>
            <p14:xfrm>
              <a:off x="8016933" y="4829282"/>
              <a:ext cx="612585" cy="336364"/>
            </p14:xfrm>
          </p:contentPart>
        </mc:Choice>
        <mc:Fallback/>
      </mc:AlternateContent>
      <mc:AlternateContent xmlns:mc="http://schemas.openxmlformats.org/markup-compatibility/2006">
        <mc:Choice xmlns:p14="http://schemas.microsoft.com/office/powerpoint/2010/main" Requires="p14">
          <p:contentPart r:id="rId3">
            <p14:nvContentPartPr>
              <p14:cNvPr id="260" name="Mobile phone user"/>
              <p14:cNvContentPartPr>
                <a14:cpLocks xmlns:a14="http://schemas.microsoft.com/office/drawing/2010/main" noSelect="1" noChangeArrowheads="1"/>
              </p14:cNvContentPartPr>
              <p14:nvPr/>
            </p14:nvContentPartPr>
            <p14:xfrm>
              <a:off x="7911006" y="4778650"/>
              <a:ext cx="1063877" cy="324470"/>
            </p14:xfrm>
          </p:contentPart>
        </mc:Choice>
        <mc:Fallback/>
      </mc:AlternateContent>
      <mc:AlternateContent xmlns:mc="http://schemas.openxmlformats.org/markup-compatibility/2006">
        <mc:Choice xmlns:p14="http://schemas.microsoft.com/office/powerpoint/2010/main" Requires="p14">
          <p:contentPart r:id="rId4">
            <p14:nvContentPartPr>
              <p14:cNvPr id="261" name="Mobile phone user"/>
              <p14:cNvContentPartPr>
                <a14:cpLocks xmlns:a14="http://schemas.microsoft.com/office/drawing/2010/main" noSelect="1" noChangeArrowheads="1"/>
              </p14:cNvContentPartPr>
              <p14:nvPr/>
            </p14:nvContentPartPr>
            <p14:xfrm>
              <a:off x="7896105" y="4787827"/>
              <a:ext cx="845691" cy="253996"/>
            </p14:xfrm>
          </p:contentPart>
        </mc:Choice>
        <mc:Fallback/>
      </mc:AlternateContent>
      <mc:AlternateContent xmlns:mc="http://schemas.openxmlformats.org/markup-compatibility/2006">
        <mc:Choice xmlns:p14="http://schemas.microsoft.com/office/powerpoint/2010/main" Requires="p14">
          <p:contentPart r:id="rId5">
            <p14:nvContentPartPr>
              <p14:cNvPr id="262" name="Mobile phone user"/>
              <p14:cNvContentPartPr>
                <a14:cpLocks xmlns:a14="http://schemas.microsoft.com/office/drawing/2010/main" noSelect="1" noChangeArrowheads="1"/>
              </p14:cNvContentPartPr>
              <p14:nvPr/>
            </p14:nvContentPartPr>
            <p14:xfrm>
              <a:off x="7870705" y="4714803"/>
              <a:ext cx="923910" cy="253996"/>
            </p14:xfrm>
          </p:contentPart>
        </mc:Choice>
        <mc:Fallback/>
      </mc:AlternateContent>
      <mc:AlternateContent xmlns:mc="http://schemas.openxmlformats.org/markup-compatibility/2006">
        <mc:Choice xmlns:p14="http://schemas.microsoft.com/office/powerpoint/2010/main" Requires="p14">
          <p:contentPart r:id="rId6">
            <p14:nvContentPartPr>
              <p14:cNvPr id="263" name="Mobile phone user"/>
              <p14:cNvContentPartPr>
                <a14:cpLocks xmlns:a14="http://schemas.microsoft.com/office/drawing/2010/main" noSelect="1" noChangeArrowheads="1"/>
              </p14:cNvContentPartPr>
              <p14:nvPr/>
            </p14:nvContentPartPr>
            <p14:xfrm>
              <a:off x="7943729" y="4851326"/>
              <a:ext cx="829817" cy="253996"/>
            </p14:xfrm>
          </p:contentPart>
        </mc:Choice>
        <mc:Fallback/>
      </mc:AlternateContent>
      <mc:AlternateContent xmlns:mc="http://schemas.openxmlformats.org/markup-compatibility/2006">
        <mc:Choice xmlns:p14="http://schemas.microsoft.com/office/powerpoint/2010/main" Requires="p14">
          <p:contentPart r:id="rId7">
            <p14:nvContentPartPr>
              <p14:cNvPr id="264" name="Mobile phone user"/>
              <p14:cNvContentPartPr>
                <a14:cpLocks xmlns:a14="http://schemas.microsoft.com/office/drawing/2010/main" noSelect="1" noChangeArrowheads="1"/>
              </p14:cNvContentPartPr>
              <p14:nvPr/>
            </p14:nvContentPartPr>
            <p14:xfrm>
              <a:off x="8035803" y="4879900"/>
              <a:ext cx="712629" cy="266612"/>
            </p14:xfrm>
          </p:contentPart>
        </mc:Choice>
        <mc:Fallback/>
      </mc:AlternateContent>
      <mc:AlternateContent xmlns:mc="http://schemas.openxmlformats.org/markup-compatibility/2006">
        <mc:Choice xmlns:p14="http://schemas.microsoft.com/office/powerpoint/2010/main" Requires="p14">
          <p:contentPart r:id="rId8">
            <p14:nvContentPartPr>
              <p14:cNvPr id="265" name="Mobile phone user"/>
              <p14:cNvContentPartPr>
                <a14:cpLocks xmlns:a14="http://schemas.microsoft.com/office/drawing/2010/main" noSelect="1" noChangeArrowheads="1"/>
              </p14:cNvContentPartPr>
              <p14:nvPr/>
            </p14:nvContentPartPr>
            <p14:xfrm>
              <a:off x="7810381" y="4860851"/>
              <a:ext cx="1097334" cy="253996"/>
            </p14:xfrm>
          </p:contentPart>
        </mc:Choice>
        <mc:Fallback/>
      </mc:AlternateContent>
      <mc:AlternateContent xmlns:mc="http://schemas.openxmlformats.org/markup-compatibility/2006">
        <mc:Choice xmlns:p14="http://schemas.microsoft.com/office/powerpoint/2010/main" Requires="p14">
          <p:contentPart r:id="rId9">
            <p14:nvContentPartPr>
              <p14:cNvPr id="266" name="Mobile phone user"/>
              <p14:cNvContentPartPr>
                <a14:cpLocks xmlns:a14="http://schemas.microsoft.com/office/drawing/2010/main" noSelect="1" noChangeArrowheads="1"/>
              </p14:cNvContentPartPr>
              <p14:nvPr/>
            </p14:nvContentPartPr>
            <p14:xfrm>
              <a:off x="8051677" y="4806876"/>
              <a:ext cx="708014" cy="253996"/>
            </p14:xfrm>
          </p:contentPart>
        </mc:Choice>
        <mc:Fallback/>
      </mc:AlternateContent>
      <mc:AlternateContent xmlns:mc="http://schemas.openxmlformats.org/markup-compatibility/2006">
        <mc:Choice xmlns:p14="http://schemas.microsoft.com/office/powerpoint/2010/main" Requires="p14">
          <p:contentPart r:id="rId10">
            <p14:nvContentPartPr>
              <p14:cNvPr id="267" name="Mobile phone user"/>
              <p14:cNvContentPartPr>
                <a14:cpLocks xmlns:a14="http://schemas.microsoft.com/office/drawing/2010/main" noSelect="1" noChangeArrowheads="1"/>
              </p14:cNvContentPartPr>
              <p14:nvPr/>
            </p14:nvContentPartPr>
            <p14:xfrm>
              <a:off x="7804741" y="4805681"/>
              <a:ext cx="957387" cy="289406"/>
            </p14:xfrm>
          </p:contentPart>
        </mc:Choice>
        <mc:Fallback/>
      </mc:AlternateContent>
      <mc:AlternateContent xmlns:mc="http://schemas.openxmlformats.org/markup-compatibility/2006">
        <mc:Choice xmlns:p14="http://schemas.microsoft.com/office/powerpoint/2010/main" Requires="p14">
          <p:contentPart r:id="rId11">
            <p14:nvContentPartPr>
              <p14:cNvPr id="268" name="Mobile phone user"/>
              <p14:cNvContentPartPr>
                <a14:cpLocks xmlns:a14="http://schemas.microsoft.com/office/drawing/2010/main" noSelect="1" noChangeArrowheads="1"/>
              </p14:cNvContentPartPr>
              <p14:nvPr/>
            </p14:nvContentPartPr>
            <p14:xfrm>
              <a:off x="8054852" y="4756077"/>
              <a:ext cx="800087" cy="260346"/>
            </p14:xfrm>
          </p:contentPart>
        </mc:Choice>
        <mc:Fallback/>
      </mc:AlternateContent>
      <mc:AlternateContent xmlns:mc="http://schemas.openxmlformats.org/markup-compatibility/2006">
        <mc:Choice xmlns:p14="http://schemas.microsoft.com/office/powerpoint/2010/main" Requires="p14">
          <p:contentPart r:id="rId12">
            <p14:nvContentPartPr>
              <p14:cNvPr id="269" name="Mobile phone user"/>
              <p14:cNvContentPartPr>
                <a14:cpLocks xmlns:a14="http://schemas.microsoft.com/office/drawing/2010/main" noSelect="1" noChangeArrowheads="1"/>
              </p14:cNvContentPartPr>
              <p14:nvPr/>
            </p14:nvContentPartPr>
            <p14:xfrm>
              <a:off x="7929313" y="4839579"/>
              <a:ext cx="846623" cy="292858"/>
            </p14:xfrm>
          </p:contentPart>
        </mc:Choice>
        <mc:Fallback/>
      </mc:AlternateContent>
      <mc:AlternateContent xmlns:mc="http://schemas.openxmlformats.org/markup-compatibility/2006">
        <mc:Choice xmlns:p14="http://schemas.microsoft.com/office/powerpoint/2010/main" Requires="p14">
          <p:contentPart r:id="rId13">
            <p14:nvContentPartPr>
              <p14:cNvPr id="270" name="Mobile phone user"/>
              <p14:cNvContentPartPr>
                <a14:cpLocks xmlns:a14="http://schemas.microsoft.com/office/drawing/2010/main" noSelect="1" noChangeArrowheads="1"/>
              </p14:cNvContentPartPr>
              <p14:nvPr/>
            </p14:nvContentPartPr>
            <p14:xfrm>
              <a:off x="8439323" y="4559532"/>
              <a:ext cx="312468" cy="312468"/>
            </p14:xfrm>
          </p:contentPart>
        </mc:Choice>
        <mc:Fallback/>
      </mc:AlternateContent>
      <mc:AlternateContent xmlns:mc="http://schemas.openxmlformats.org/markup-compatibility/2006">
        <mc:Choice xmlns:p14="http://schemas.microsoft.com/office/powerpoint/2010/main" Requires="p14">
          <p:contentPart r:id="rId14">
            <p14:nvContentPartPr>
              <p14:cNvPr id="271" name="Mobile phone user"/>
              <p14:cNvContentPartPr>
                <a14:cpLocks xmlns:a14="http://schemas.microsoft.com/office/drawing/2010/main" noSelect="1" noChangeArrowheads="1"/>
              </p14:cNvContentPartPr>
              <p14:nvPr/>
            </p14:nvContentPartPr>
            <p14:xfrm>
              <a:off x="8610770" y="4797653"/>
              <a:ext cx="312468" cy="312468"/>
            </p14:xfrm>
          </p:contentPart>
        </mc:Choice>
        <mc:Fallback/>
      </mc:AlternateContent>
      <mc:AlternateContent xmlns:mc="http://schemas.openxmlformats.org/markup-compatibility/2006">
        <mc:Choice xmlns:p14="http://schemas.microsoft.com/office/powerpoint/2010/main" Requires="p14">
          <p:contentPart r:id="rId15">
            <p14:nvContentPartPr>
              <p14:cNvPr id="272" name="Mobile phone user"/>
              <p14:cNvContentPartPr>
                <a14:cpLocks xmlns:a14="http://schemas.microsoft.com/office/drawing/2010/main" noSelect="1" noChangeArrowheads="1"/>
              </p14:cNvContentPartPr>
              <p14:nvPr/>
            </p14:nvContentPartPr>
            <p14:xfrm>
              <a:off x="8826667" y="4607156"/>
              <a:ext cx="312468" cy="312468"/>
            </p14:xfrm>
          </p:contentPart>
        </mc:Choice>
        <mc:Fallback/>
      </mc:AlternateContent>
      <mc:AlternateContent xmlns:mc="http://schemas.openxmlformats.org/markup-compatibility/2006">
        <mc:Choice xmlns:p14="http://schemas.microsoft.com/office/powerpoint/2010/main" Requires="p14">
          <p:contentPart r:id="rId16">
            <p14:nvContentPartPr>
              <p14:cNvPr id="273" name="Mobile phone user"/>
              <p14:cNvContentPartPr>
                <a14:cpLocks xmlns:a14="http://schemas.microsoft.com/office/drawing/2010/main" noSelect="1" noChangeArrowheads="1"/>
              </p14:cNvContentPartPr>
              <p14:nvPr/>
            </p14:nvContentPartPr>
            <p14:xfrm>
              <a:off x="8772693" y="4442059"/>
              <a:ext cx="312468" cy="312468"/>
            </p14:xfrm>
          </p:contentPart>
        </mc:Choice>
        <mc:Fallback/>
      </mc:AlternateContent>
      <mc:AlternateContent xmlns:mc="http://schemas.openxmlformats.org/markup-compatibility/2006">
        <mc:Choice xmlns:p14="http://schemas.microsoft.com/office/powerpoint/2010/main" Requires="p14">
          <p:contentPart r:id="rId17">
            <p14:nvContentPartPr>
              <p14:cNvPr id="274" name="Mobile phone user"/>
              <p14:cNvContentPartPr>
                <a14:cpLocks xmlns:a14="http://schemas.microsoft.com/office/drawing/2010/main" noSelect="1" noChangeArrowheads="1"/>
              </p14:cNvContentPartPr>
              <p14:nvPr/>
            </p14:nvContentPartPr>
            <p14:xfrm>
              <a:off x="8855241" y="4486508"/>
              <a:ext cx="312468" cy="312468"/>
            </p14:xfrm>
          </p:contentPart>
        </mc:Choice>
        <mc:Fallback/>
      </mc:AlternateContent>
      <mc:AlternateContent xmlns:mc="http://schemas.openxmlformats.org/markup-compatibility/2006">
        <mc:Choice xmlns:p14="http://schemas.microsoft.com/office/powerpoint/2010/main" Requires="p14">
          <p:contentPart r:id="rId18">
            <p14:nvContentPartPr>
              <p14:cNvPr id="275" name="Mobile phone user"/>
              <p14:cNvContentPartPr>
                <a14:cpLocks xmlns:a14="http://schemas.microsoft.com/office/drawing/2010/main" noSelect="1" noChangeArrowheads="1"/>
              </p14:cNvContentPartPr>
              <p14:nvPr/>
            </p14:nvContentPartPr>
            <p14:xfrm>
              <a:off x="8896516" y="4457933"/>
              <a:ext cx="312468" cy="312468"/>
            </p14:xfrm>
          </p:contentPart>
        </mc:Choice>
        <mc:Fallback/>
      </mc:AlternateContent>
      <mc:AlternateContent xmlns:mc="http://schemas.openxmlformats.org/markup-compatibility/2006">
        <mc:Choice xmlns:p14="http://schemas.microsoft.com/office/powerpoint/2010/main" Requires="p14">
          <p:contentPart r:id="rId19">
            <p14:nvContentPartPr>
              <p14:cNvPr id="276" name="Mobile phone user"/>
              <p14:cNvContentPartPr>
                <a14:cpLocks xmlns:a14="http://schemas.microsoft.com/office/drawing/2010/main" noSelect="1" noChangeArrowheads="1"/>
              </p14:cNvContentPartPr>
              <p14:nvPr/>
            </p14:nvContentPartPr>
            <p14:xfrm>
              <a:off x="8842542" y="4480158"/>
              <a:ext cx="312468" cy="312468"/>
            </p14:xfrm>
          </p:contentPart>
        </mc:Choice>
        <mc:Fallback/>
      </mc:AlternateContent>
      <mc:AlternateContent xmlns:mc="http://schemas.openxmlformats.org/markup-compatibility/2006">
        <mc:Choice xmlns:p14="http://schemas.microsoft.com/office/powerpoint/2010/main" Requires="p14">
          <p:contentPart r:id="rId20">
            <p14:nvContentPartPr>
              <p14:cNvPr id="277" name="Mobile phone user"/>
              <p14:cNvContentPartPr>
                <a14:cpLocks xmlns:a14="http://schemas.microsoft.com/office/drawing/2010/main" noSelect="1" noChangeArrowheads="1"/>
              </p14:cNvContentPartPr>
              <p14:nvPr/>
            </p14:nvContentPartPr>
            <p14:xfrm>
              <a:off x="8755439" y="4443855"/>
              <a:ext cx="287899" cy="656194"/>
            </p14:xfrm>
          </p:contentPart>
        </mc:Choice>
        <mc:Fallback/>
      </mc:AlternateContent>
      <mc:AlternateContent xmlns:mc="http://schemas.openxmlformats.org/markup-compatibility/2006">
        <mc:Choice xmlns:p14="http://schemas.microsoft.com/office/powerpoint/2010/main" Requires="p14">
          <p:contentPart r:id="rId21">
            <p14:nvContentPartPr>
              <p14:cNvPr id="278" name="Mobile phone user"/>
              <p14:cNvContentPartPr>
                <a14:cpLocks xmlns:a14="http://schemas.microsoft.com/office/drawing/2010/main" noSelect="1" noChangeArrowheads="1"/>
              </p14:cNvContentPartPr>
              <p14:nvPr/>
            </p14:nvContentPartPr>
            <p14:xfrm>
              <a:off x="8639345" y="4492858"/>
              <a:ext cx="312468" cy="312468"/>
            </p14:xfrm>
          </p:contentPart>
        </mc:Choice>
        <mc:Fallback/>
      </mc:AlternateContent>
      <mc:AlternateContent xmlns:mc="http://schemas.openxmlformats.org/markup-compatibility/2006">
        <mc:Choice xmlns:p14="http://schemas.microsoft.com/office/powerpoint/2010/main" Requires="p14">
          <p:contentPart r:id="rId22">
            <p14:nvContentPartPr>
              <p14:cNvPr id="279" name="Mobile phone user"/>
              <p14:cNvContentPartPr>
                <a14:cpLocks xmlns:a14="http://schemas.microsoft.com/office/drawing/2010/main" noSelect="1" noChangeArrowheads="1"/>
              </p14:cNvContentPartPr>
              <p14:nvPr/>
            </p14:nvContentPartPr>
            <p14:xfrm>
              <a:off x="8718718" y="4619856"/>
              <a:ext cx="312468" cy="312468"/>
            </p14:xfrm>
          </p:contentPart>
        </mc:Choice>
        <mc:Fallback/>
      </mc:AlternateContent>
      <mc:AlternateContent xmlns:mc="http://schemas.openxmlformats.org/markup-compatibility/2006">
        <mc:Choice xmlns:p14="http://schemas.microsoft.com/office/powerpoint/2010/main" Requires="p14">
          <p:contentPart r:id="rId23">
            <p14:nvContentPartPr>
              <p14:cNvPr id="280" name="Mobile phone user"/>
              <p14:cNvContentPartPr>
                <a14:cpLocks xmlns:a14="http://schemas.microsoft.com/office/drawing/2010/main" noSelect="1" noChangeArrowheads="1"/>
              </p14:cNvContentPartPr>
              <p14:nvPr/>
            </p14:nvContentPartPr>
            <p14:xfrm>
              <a:off x="8748816" y="4583280"/>
              <a:ext cx="263047" cy="580542"/>
            </p14:xfrm>
          </p:contentPart>
        </mc:Choice>
        <mc:Fallback/>
      </mc:AlternateContent>
      <mc:AlternateContent xmlns:mc="http://schemas.openxmlformats.org/markup-compatibility/2006">
        <mc:Choice xmlns:p14="http://schemas.microsoft.com/office/powerpoint/2010/main" Requires="p14">
          <p:contentPart r:id="rId24">
            <p14:nvContentPartPr>
              <p14:cNvPr id="281" name="Mobile phone user"/>
              <p14:cNvContentPartPr>
                <a14:cpLocks xmlns:a14="http://schemas.microsoft.com/office/drawing/2010/main" noSelect="1" noChangeArrowheads="1"/>
              </p14:cNvContentPartPr>
              <p14:nvPr/>
            </p14:nvContentPartPr>
            <p14:xfrm>
              <a:off x="8623470" y="4543657"/>
              <a:ext cx="312468" cy="312468"/>
            </p14:xfrm>
          </p:contentPart>
        </mc:Choice>
        <mc:Fallback/>
      </mc:AlternateContent>
      <mc:AlternateContent xmlns:mc="http://schemas.openxmlformats.org/markup-compatibility/2006">
        <mc:Choice xmlns:p14="http://schemas.microsoft.com/office/powerpoint/2010/main" Requires="p14">
          <p:contentPart r:id="rId25">
            <p14:nvContentPartPr>
              <p14:cNvPr id="282" name="Mobile phone user"/>
              <p14:cNvContentPartPr>
                <a14:cpLocks xmlns:a14="http://schemas.microsoft.com/office/drawing/2010/main" noSelect="1" noChangeArrowheads="1"/>
              </p14:cNvContentPartPr>
              <p14:nvPr/>
            </p14:nvContentPartPr>
            <p14:xfrm>
              <a:off x="8709194" y="4613506"/>
              <a:ext cx="312468" cy="312468"/>
            </p14:xfrm>
          </p:contentPart>
        </mc:Choice>
        <mc:Fallback/>
      </mc:AlternateContent>
      <mc:AlternateContent xmlns:mc="http://schemas.openxmlformats.org/markup-compatibility/2006">
        <mc:Choice xmlns:p14="http://schemas.microsoft.com/office/powerpoint/2010/main" Requires="p14">
          <p:contentPart r:id="rId26">
            <p14:nvContentPartPr>
              <p14:cNvPr id="283" name="Mobile phone user"/>
              <p14:cNvContentPartPr>
                <a14:cpLocks xmlns:a14="http://schemas.microsoft.com/office/drawing/2010/main" noSelect="1" noChangeArrowheads="1"/>
              </p14:cNvContentPartPr>
              <p14:nvPr/>
            </p14:nvContentPartPr>
            <p14:xfrm>
              <a:off x="8683794" y="4746854"/>
              <a:ext cx="312468" cy="312468"/>
            </p14:xfrm>
          </p:contentPart>
        </mc:Choice>
        <mc:Fallback/>
      </mc:AlternateContent>
      <mc:AlternateContent xmlns:mc="http://schemas.openxmlformats.org/markup-compatibility/2006">
        <mc:Choice xmlns:p14="http://schemas.microsoft.com/office/powerpoint/2010/main" Requires="p14">
          <p:contentPart r:id="rId27">
            <p14:nvContentPartPr>
              <p14:cNvPr id="284" name="Mobile phone user"/>
              <p14:cNvContentPartPr>
                <a14:cpLocks xmlns:a14="http://schemas.microsoft.com/office/drawing/2010/main" noSelect="1" noChangeArrowheads="1"/>
              </p14:cNvContentPartPr>
              <p14:nvPr/>
            </p14:nvContentPartPr>
            <p14:xfrm>
              <a:off x="8753643" y="4664305"/>
              <a:ext cx="312468" cy="312468"/>
            </p14:xfrm>
          </p:contentPart>
        </mc:Choice>
        <mc:Fallback/>
      </mc:AlternateContent>
      <mc:AlternateContent xmlns:mc="http://schemas.openxmlformats.org/markup-compatibility/2006">
        <mc:Choice xmlns:p14="http://schemas.microsoft.com/office/powerpoint/2010/main" Requires="p14">
          <p:contentPart r:id="rId28">
            <p14:nvContentPartPr>
              <p14:cNvPr id="285" name="Mobile phone user"/>
              <p14:cNvContentPartPr>
                <a14:cpLocks xmlns:a14="http://schemas.microsoft.com/office/drawing/2010/main" noSelect="1" noChangeArrowheads="1"/>
              </p14:cNvContentPartPr>
              <p14:nvPr/>
            </p14:nvContentPartPr>
            <p14:xfrm>
              <a:off x="8677444" y="4727804"/>
              <a:ext cx="312468" cy="312468"/>
            </p14:xfrm>
          </p:contentPart>
        </mc:Choice>
        <mc:Fallback/>
      </mc:AlternateContent>
      <mc:AlternateContent xmlns:mc="http://schemas.openxmlformats.org/markup-compatibility/2006">
        <mc:Choice xmlns:p14="http://schemas.microsoft.com/office/powerpoint/2010/main" Requires="p14">
          <p:contentPart r:id="rId29">
            <p14:nvContentPartPr>
              <p14:cNvPr id="286" name="Mobile phone user"/>
              <p14:cNvContentPartPr>
                <a14:cpLocks xmlns:a14="http://schemas.microsoft.com/office/drawing/2010/main" noSelect="1" noChangeArrowheads="1"/>
              </p14:cNvContentPartPr>
              <p14:nvPr/>
            </p14:nvContentPartPr>
            <p14:xfrm>
              <a:off x="8549089" y="4539125"/>
              <a:ext cx="332307" cy="586303"/>
            </p14:xfrm>
          </p:contentPart>
        </mc:Choice>
        <mc:Fallback/>
      </mc:AlternateContent>
      <mc:AlternateContent xmlns:mc="http://schemas.openxmlformats.org/markup-compatibility/2006">
        <mc:Choice xmlns:p14="http://schemas.microsoft.com/office/powerpoint/2010/main" Requires="p14">
          <p:contentPart r:id="rId30">
            <p14:nvContentPartPr>
              <p14:cNvPr id="287" name="Mobile phone user"/>
              <p14:cNvContentPartPr>
                <a14:cpLocks xmlns:a14="http://schemas.microsoft.com/office/drawing/2010/main" noSelect="1" noChangeArrowheads="1"/>
              </p14:cNvContentPartPr>
              <p14:nvPr/>
            </p14:nvContentPartPr>
            <p14:xfrm>
              <a:off x="8753643" y="4740504"/>
              <a:ext cx="312468" cy="312468"/>
            </p14:xfrm>
          </p:contentPart>
        </mc:Choice>
        <mc:Fallback/>
      </mc:AlternateContent>
      <mc:AlternateContent xmlns:mc="http://schemas.openxmlformats.org/markup-compatibility/2006">
        <mc:Choice xmlns:p14="http://schemas.microsoft.com/office/powerpoint/2010/main" Requires="p14">
          <p:contentPart r:id="rId31">
            <p14:nvContentPartPr>
              <p14:cNvPr id="288" name="Mobile phone user"/>
              <p14:cNvContentPartPr>
                <a14:cpLocks xmlns:a14="http://schemas.microsoft.com/office/drawing/2010/main" noSelect="1" noChangeArrowheads="1"/>
              </p14:cNvContentPartPr>
              <p14:nvPr/>
            </p14:nvContentPartPr>
            <p14:xfrm>
              <a:off x="8820317" y="4492858"/>
              <a:ext cx="312468" cy="312468"/>
            </p14:xfrm>
          </p:contentPart>
        </mc:Choice>
        <mc:Fallback/>
      </mc:AlternateContent>
      <mc:AlternateContent xmlns:mc="http://schemas.openxmlformats.org/markup-compatibility/2006">
        <mc:Choice xmlns:p14="http://schemas.microsoft.com/office/powerpoint/2010/main" Requires="p14">
          <p:contentPart r:id="rId32">
            <p14:nvContentPartPr>
              <p14:cNvPr id="289" name="Mobile phone user"/>
              <p14:cNvContentPartPr>
                <a14:cpLocks xmlns:a14="http://schemas.microsoft.com/office/drawing/2010/main" noSelect="1" noChangeArrowheads="1"/>
              </p14:cNvContentPartPr>
              <p14:nvPr/>
            </p14:nvContentPartPr>
            <p14:xfrm>
              <a:off x="8880641" y="4521433"/>
              <a:ext cx="312468" cy="312468"/>
            </p14:xfrm>
          </p:contentPart>
        </mc:Choice>
        <mc:Fallback/>
      </mc:AlternateContent>
      <mc:AlternateContent xmlns:mc="http://schemas.openxmlformats.org/markup-compatibility/2006">
        <mc:Choice xmlns:p14="http://schemas.microsoft.com/office/powerpoint/2010/main" Requires="p14">
          <p:contentPart r:id="rId33">
            <p14:nvContentPartPr>
              <p14:cNvPr id="290" name="Mobile phone user"/>
              <p14:cNvContentPartPr>
                <a14:cpLocks xmlns:a14="http://schemas.microsoft.com/office/drawing/2010/main" noSelect="1" noChangeArrowheads="1"/>
              </p14:cNvContentPartPr>
              <p14:nvPr/>
            </p14:nvContentPartPr>
            <p14:xfrm>
              <a:off x="8575846" y="4651606"/>
              <a:ext cx="312468" cy="312468"/>
            </p14:xfrm>
          </p:contentPart>
        </mc:Choice>
        <mc:Fallback/>
      </mc:AlternateContent>
      <mc:AlternateContent xmlns:mc="http://schemas.openxmlformats.org/markup-compatibility/2006">
        <mc:Choice xmlns:p14="http://schemas.microsoft.com/office/powerpoint/2010/main" Requires="p14">
          <p:contentPart r:id="rId34">
            <p14:nvContentPartPr>
              <p14:cNvPr id="291" name="Mobile phone user"/>
              <p14:cNvContentPartPr>
                <a14:cpLocks xmlns:a14="http://schemas.microsoft.com/office/drawing/2010/main" noSelect="1" noChangeArrowheads="1"/>
              </p14:cNvContentPartPr>
              <p14:nvPr/>
            </p14:nvContentPartPr>
            <p14:xfrm>
              <a:off x="8788567" y="4559532"/>
              <a:ext cx="312468" cy="312468"/>
            </p14:xfrm>
          </p:contentPart>
        </mc:Choice>
        <mc:Fallback/>
      </mc:AlternateContent>
      <mc:AlternateContent xmlns:mc="http://schemas.openxmlformats.org/markup-compatibility/2006">
        <mc:Choice xmlns:p14="http://schemas.microsoft.com/office/powerpoint/2010/main" Requires="p14">
          <p:contentPart r:id="rId35">
            <p14:nvContentPartPr>
              <p14:cNvPr id="292" name="Mobile phone user"/>
              <p14:cNvContentPartPr>
                <a14:cpLocks xmlns:a14="http://schemas.microsoft.com/office/drawing/2010/main" noSelect="1" noChangeArrowheads="1"/>
              </p14:cNvContentPartPr>
              <p14:nvPr/>
            </p14:nvContentPartPr>
            <p14:xfrm>
              <a:off x="8686969" y="4588107"/>
              <a:ext cx="312468" cy="312468"/>
            </p14:xfrm>
          </p:contentPart>
        </mc:Choice>
        <mc:Fallback/>
      </mc:AlternateContent>
      <mc:AlternateContent xmlns:mc="http://schemas.openxmlformats.org/markup-compatibility/2006">
        <mc:Choice xmlns:p14="http://schemas.microsoft.com/office/powerpoint/2010/main" Requires="p14">
          <p:contentPart r:id="rId36">
            <p14:nvContentPartPr>
              <p14:cNvPr id="293" name="Mobile phone user"/>
              <p14:cNvContentPartPr>
                <a14:cpLocks xmlns:a14="http://schemas.microsoft.com/office/drawing/2010/main" noSelect="1" noChangeArrowheads="1"/>
              </p14:cNvContentPartPr>
              <p14:nvPr/>
            </p14:nvContentPartPr>
            <p14:xfrm>
              <a:off x="8636169" y="4708755"/>
              <a:ext cx="312468" cy="312468"/>
            </p14:xfrm>
          </p:contentPart>
        </mc:Choice>
        <mc:Fallback/>
      </mc:AlternateContent>
      <mc:AlternateContent xmlns:mc="http://schemas.openxmlformats.org/markup-compatibility/2006">
        <mc:Choice xmlns:p14="http://schemas.microsoft.com/office/powerpoint/2010/main" Requires="p14">
          <p:contentPart r:id="rId37">
            <p14:nvContentPartPr>
              <p14:cNvPr id="294" name="Mobile phone user"/>
              <p14:cNvContentPartPr>
                <a14:cpLocks xmlns:a14="http://schemas.microsoft.com/office/drawing/2010/main" noSelect="1" noChangeArrowheads="1"/>
              </p14:cNvContentPartPr>
              <p14:nvPr/>
            </p14:nvContentPartPr>
            <p14:xfrm>
              <a:off x="8610770" y="4638906"/>
              <a:ext cx="312468" cy="312468"/>
            </p14:xfrm>
          </p:contentPart>
        </mc:Choice>
        <mc:Fallback/>
      </mc:AlternateContent>
      <mc:AlternateContent xmlns:mc="http://schemas.openxmlformats.org/markup-compatibility/2006">
        <mc:Choice xmlns:p14="http://schemas.microsoft.com/office/powerpoint/2010/main" Requires="p14">
          <p:contentPart r:id="rId38">
            <p14:nvContentPartPr>
              <p14:cNvPr id="295" name="Mobile phone user"/>
              <p14:cNvContentPartPr>
                <a14:cpLocks xmlns:a14="http://schemas.microsoft.com/office/drawing/2010/main" noSelect="1" noChangeArrowheads="1"/>
              </p14:cNvContentPartPr>
              <p14:nvPr/>
            </p14:nvContentPartPr>
            <p14:xfrm>
              <a:off x="8852066" y="4486508"/>
              <a:ext cx="312468" cy="312468"/>
            </p14:xfrm>
          </p:contentPart>
        </mc:Choice>
        <mc:Fallback/>
      </mc:AlternateContent>
      <mc:AlternateContent xmlns:mc="http://schemas.openxmlformats.org/markup-compatibility/2006">
        <mc:Choice xmlns:p14="http://schemas.microsoft.com/office/powerpoint/2010/main" Requires="p14">
          <p:contentPart r:id="rId39">
            <p14:nvContentPartPr>
              <p14:cNvPr id="296" name="Mobile phone user"/>
              <p14:cNvContentPartPr>
                <a14:cpLocks xmlns:a14="http://schemas.microsoft.com/office/drawing/2010/main" noSelect="1" noChangeArrowheads="1"/>
              </p14:cNvContentPartPr>
              <p14:nvPr/>
            </p14:nvContentPartPr>
            <p14:xfrm>
              <a:off x="8718718" y="4623031"/>
              <a:ext cx="312468" cy="312468"/>
            </p14:xfrm>
          </p:contentPart>
        </mc:Choice>
        <mc:Fallback/>
      </mc:AlternateContent>
      <mc:AlternateContent xmlns:mc="http://schemas.openxmlformats.org/markup-compatibility/2006">
        <mc:Choice xmlns:p14="http://schemas.microsoft.com/office/powerpoint/2010/main" Requires="p14">
          <p:contentPart r:id="rId40">
            <p14:nvContentPartPr>
              <p14:cNvPr id="297" name="Mobile phone user"/>
              <p14:cNvContentPartPr>
                <a14:cpLocks xmlns:a14="http://schemas.microsoft.com/office/drawing/2010/main" noSelect="1" noChangeArrowheads="1"/>
              </p14:cNvContentPartPr>
              <p14:nvPr/>
            </p14:nvContentPartPr>
            <p14:xfrm>
              <a:off x="8728243" y="4588107"/>
              <a:ext cx="312468" cy="312468"/>
            </p14:xfrm>
          </p:contentPart>
        </mc:Choice>
        <mc:Fallback/>
      </mc:AlternateContent>
      <mc:AlternateContent xmlns:mc="http://schemas.openxmlformats.org/markup-compatibility/2006">
        <mc:Choice xmlns:p14="http://schemas.microsoft.com/office/powerpoint/2010/main" Requires="p14">
          <p:contentPart r:id="rId41">
            <p14:nvContentPartPr>
              <p14:cNvPr id="298" name="Mobile phone user"/>
              <p14:cNvContentPartPr>
                <a14:cpLocks xmlns:a14="http://schemas.microsoft.com/office/drawing/2010/main" noSelect="1" noChangeArrowheads="1"/>
              </p14:cNvContentPartPr>
              <p14:nvPr/>
            </p14:nvContentPartPr>
            <p14:xfrm>
              <a:off x="8844178" y="4827209"/>
              <a:ext cx="315901" cy="326974"/>
            </p14:xfrm>
          </p:contentPart>
        </mc:Choice>
        <mc:Fallback/>
      </mc:AlternateContent>
      <mc:AlternateContent xmlns:mc="http://schemas.openxmlformats.org/markup-compatibility/2006">
        <mc:Choice xmlns:p14="http://schemas.microsoft.com/office/powerpoint/2010/main" Requires="p14">
          <p:contentPart r:id="rId42">
            <p14:nvContentPartPr>
              <p14:cNvPr id="299" name="Mobile phone user"/>
              <p14:cNvContentPartPr>
                <a14:cpLocks xmlns:a14="http://schemas.microsoft.com/office/drawing/2010/main" noSelect="1" noChangeArrowheads="1"/>
              </p14:cNvContentPartPr>
              <p14:nvPr/>
            </p14:nvContentPartPr>
            <p14:xfrm>
              <a:off x="8508351" y="4809532"/>
              <a:ext cx="302139" cy="346588"/>
            </p14:xfrm>
          </p:contentPart>
        </mc:Choice>
        <mc:Fallback/>
      </mc:AlternateContent>
      <mc:AlternateContent xmlns:mc="http://schemas.openxmlformats.org/markup-compatibility/2006">
        <mc:Choice xmlns:p14="http://schemas.microsoft.com/office/powerpoint/2010/main" Requires="p14">
          <p:contentPart r:id="rId43">
            <p14:nvContentPartPr>
              <p14:cNvPr id="300" name="Mobile phone user"/>
              <p14:cNvContentPartPr>
                <a14:cpLocks xmlns:a14="http://schemas.microsoft.com/office/drawing/2010/main" noSelect="1" noChangeArrowheads="1"/>
              </p14:cNvContentPartPr>
              <p14:nvPr/>
            </p14:nvContentPartPr>
            <p14:xfrm>
              <a:off x="8636169" y="4902426"/>
              <a:ext cx="312468" cy="312468"/>
            </p14:xfrm>
          </p:contentPart>
        </mc:Choice>
        <mc:Fallback/>
      </mc:AlternateContent>
      <mc:AlternateContent xmlns:mc="http://schemas.openxmlformats.org/markup-compatibility/2006">
        <mc:Choice xmlns:p14="http://schemas.microsoft.com/office/powerpoint/2010/main" Requires="p14">
          <p:contentPart r:id="rId44">
            <p14:nvContentPartPr>
              <p14:cNvPr id="301" name="Mobile phone user"/>
              <p14:cNvContentPartPr>
                <a14:cpLocks xmlns:a14="http://schemas.microsoft.com/office/drawing/2010/main" noSelect="1" noChangeArrowheads="1"/>
              </p14:cNvContentPartPr>
              <p14:nvPr/>
            </p14:nvContentPartPr>
            <p14:xfrm>
              <a:off x="8575846" y="4642081"/>
              <a:ext cx="312468" cy="312468"/>
            </p14:xfrm>
          </p:contentPart>
        </mc:Choice>
        <mc:Fallback/>
      </mc:AlternateContent>
      <mc:AlternateContent xmlns:mc="http://schemas.openxmlformats.org/markup-compatibility/2006">
        <mc:Choice xmlns:p14="http://schemas.microsoft.com/office/powerpoint/2010/main" Requires="p14">
          <p:contentPart r:id="rId45">
            <p14:nvContentPartPr>
              <p14:cNvPr id="302" name="Mobile phone user"/>
              <p14:cNvContentPartPr>
                <a14:cpLocks xmlns:a14="http://schemas.microsoft.com/office/drawing/2010/main" noSelect="1" noChangeArrowheads="1"/>
              </p14:cNvContentPartPr>
              <p14:nvPr/>
            </p14:nvContentPartPr>
            <p14:xfrm>
              <a:off x="8709194" y="4740504"/>
              <a:ext cx="312468" cy="312468"/>
            </p14:xfrm>
          </p:contentPart>
        </mc:Choice>
        <mc:Fallback/>
      </mc:AlternateContent>
      <mc:AlternateContent xmlns:mc="http://schemas.openxmlformats.org/markup-compatibility/2006">
        <mc:Choice xmlns:p14="http://schemas.microsoft.com/office/powerpoint/2010/main" Requires="p14">
          <p:contentPart r:id="rId46">
            <p14:nvContentPartPr>
              <p14:cNvPr id="303" name="Mobile phone user"/>
              <p14:cNvContentPartPr>
                <a14:cpLocks xmlns:a14="http://schemas.microsoft.com/office/drawing/2010/main" noSelect="1" noChangeArrowheads="1"/>
              </p14:cNvContentPartPr>
              <p14:nvPr/>
            </p14:nvContentPartPr>
            <p14:xfrm>
              <a:off x="8702843" y="4740504"/>
              <a:ext cx="312468" cy="312468"/>
            </p14:xfrm>
          </p:contentPart>
        </mc:Choice>
        <mc:Fallback/>
      </mc:AlternateContent>
      <mc:AlternateContent xmlns:mc="http://schemas.openxmlformats.org/markup-compatibility/2006">
        <mc:Choice xmlns:p14="http://schemas.microsoft.com/office/powerpoint/2010/main" Requires="p14">
          <p:contentPart r:id="rId47">
            <p14:nvContentPartPr>
              <p14:cNvPr id="304" name="Mobile phone user"/>
              <p14:cNvContentPartPr>
                <a14:cpLocks xmlns:a14="http://schemas.microsoft.com/office/drawing/2010/main" noSelect="1" noChangeArrowheads="1"/>
              </p14:cNvContentPartPr>
              <p14:nvPr/>
            </p14:nvContentPartPr>
            <p14:xfrm>
              <a:off x="8585371" y="4781778"/>
              <a:ext cx="312468" cy="312468"/>
            </p14:xfrm>
          </p:contentPart>
        </mc:Choice>
        <mc:Fallback/>
      </mc:AlternateContent>
      <mc:AlternateContent xmlns:mc="http://schemas.openxmlformats.org/markup-compatibility/2006">
        <mc:Choice xmlns:p14="http://schemas.microsoft.com/office/powerpoint/2010/main" Requires="p14">
          <p:contentPart r:id="rId48">
            <p14:nvContentPartPr>
              <p14:cNvPr id="305" name="Mobile phone user"/>
              <p14:cNvContentPartPr>
                <a14:cpLocks xmlns:a14="http://schemas.microsoft.com/office/drawing/2010/main" noSelect="1" noChangeArrowheads="1"/>
              </p14:cNvContentPartPr>
              <p14:nvPr/>
            </p14:nvContentPartPr>
            <p14:xfrm>
              <a:off x="8782218" y="4791303"/>
              <a:ext cx="312468" cy="312468"/>
            </p14:xfrm>
          </p:contentPart>
        </mc:Choice>
        <mc:Fallback/>
      </mc:AlternateContent>
      <mc:AlternateContent xmlns:mc="http://schemas.openxmlformats.org/markup-compatibility/2006">
        <mc:Choice xmlns:p14="http://schemas.microsoft.com/office/powerpoint/2010/main" Requires="p14">
          <p:contentPart r:id="rId49">
            <p14:nvContentPartPr>
              <p14:cNvPr id="306" name="Mobile phone user"/>
              <p14:cNvContentPartPr>
                <a14:cpLocks xmlns:a14="http://schemas.microsoft.com/office/drawing/2010/main" noSelect="1" noChangeArrowheads="1"/>
              </p14:cNvContentPartPr>
              <p14:nvPr/>
            </p14:nvContentPartPr>
            <p14:xfrm>
              <a:off x="8771414" y="4367757"/>
              <a:ext cx="294049" cy="767117"/>
            </p14:xfrm>
          </p:contentPart>
        </mc:Choice>
        <mc:Fallback/>
      </mc:AlternateContent>
      <mc:AlternateContent xmlns:mc="http://schemas.openxmlformats.org/markup-compatibility/2006">
        <mc:Choice xmlns:p14="http://schemas.microsoft.com/office/powerpoint/2010/main" Requires="p14">
          <p:contentPart r:id="rId50">
            <p14:nvContentPartPr>
              <p14:cNvPr id="307" name="Mobile phone user"/>
              <p14:cNvContentPartPr>
                <a14:cpLocks xmlns:a14="http://schemas.microsoft.com/office/drawing/2010/main" noSelect="1" noChangeArrowheads="1"/>
              </p14:cNvContentPartPr>
              <p14:nvPr/>
            </p14:nvContentPartPr>
            <p14:xfrm>
              <a:off x="8842730" y="4337473"/>
              <a:ext cx="313341" cy="786409"/>
            </p14:xfrm>
          </p:contentPart>
        </mc:Choice>
        <mc:Fallback/>
      </mc:AlternateContent>
      <mc:AlternateContent xmlns:mc="http://schemas.openxmlformats.org/markup-compatibility/2006">
        <mc:Choice xmlns:p14="http://schemas.microsoft.com/office/powerpoint/2010/main" Requires="p14">
          <p:contentPart r:id="rId51">
            <p14:nvContentPartPr>
              <p14:cNvPr id="308" name="Mobile phone user"/>
              <p14:cNvContentPartPr>
                <a14:cpLocks xmlns:a14="http://schemas.microsoft.com/office/drawing/2010/main" noSelect="1" noChangeArrowheads="1"/>
              </p14:cNvContentPartPr>
              <p14:nvPr/>
            </p14:nvContentPartPr>
            <p14:xfrm>
              <a:off x="8852066" y="4654781"/>
              <a:ext cx="312468" cy="312468"/>
            </p14:xfrm>
          </p:contentPart>
        </mc:Choice>
        <mc:Fallback/>
      </mc:AlternateContent>
      <mc:AlternateContent xmlns:mc="http://schemas.openxmlformats.org/markup-compatibility/2006">
        <mc:Choice xmlns:p14="http://schemas.microsoft.com/office/powerpoint/2010/main" Requires="p14">
          <p:contentPart r:id="rId52">
            <p14:nvContentPartPr>
              <p14:cNvPr id="309" name="Mobile phone user"/>
              <p14:cNvContentPartPr>
                <a14:cpLocks xmlns:a14="http://schemas.microsoft.com/office/drawing/2010/main" noSelect="1" noChangeArrowheads="1"/>
              </p14:cNvContentPartPr>
              <p14:nvPr/>
            </p14:nvContentPartPr>
            <p14:xfrm>
              <a:off x="8906041" y="4661130"/>
              <a:ext cx="312468" cy="312468"/>
            </p14:xfrm>
          </p:contentPart>
        </mc:Choice>
        <mc:Fallback/>
      </mc:AlternateContent>
      <mc:AlternateContent xmlns:mc="http://schemas.openxmlformats.org/markup-compatibility/2006">
        <mc:Choice xmlns:p14="http://schemas.microsoft.com/office/powerpoint/2010/main" Requires="p14">
          <p:contentPart r:id="rId53">
            <p14:nvContentPartPr>
              <p14:cNvPr id="310" name="Mobile phone user"/>
              <p14:cNvContentPartPr>
                <a14:cpLocks xmlns:a14="http://schemas.microsoft.com/office/drawing/2010/main" noSelect="1" noChangeArrowheads="1"/>
              </p14:cNvContentPartPr>
              <p14:nvPr/>
            </p14:nvContentPartPr>
            <p14:xfrm>
              <a:off x="8852066" y="4715104"/>
              <a:ext cx="312468" cy="312468"/>
            </p14:xfrm>
          </p:contentPart>
        </mc:Choice>
        <mc:Fallback/>
      </mc:AlternateContent>
      <mc:AlternateContent xmlns:mc="http://schemas.openxmlformats.org/markup-compatibility/2006">
        <mc:Choice xmlns:p14="http://schemas.microsoft.com/office/powerpoint/2010/main" Requires="p14">
          <p:contentPart r:id="rId54">
            <p14:nvContentPartPr>
              <p14:cNvPr id="311" name="Mobile phone user"/>
              <p14:cNvContentPartPr>
                <a14:cpLocks xmlns:a14="http://schemas.microsoft.com/office/drawing/2010/main" noSelect="1" noChangeArrowheads="1"/>
              </p14:cNvContentPartPr>
              <p14:nvPr/>
            </p14:nvContentPartPr>
            <p14:xfrm>
              <a:off x="8763168" y="4629381"/>
              <a:ext cx="312468" cy="312468"/>
            </p14:xfrm>
          </p:contentPart>
        </mc:Choice>
        <mc:Fallback/>
      </mc:AlternateContent>
      <mc:AlternateContent xmlns:mc="http://schemas.openxmlformats.org/markup-compatibility/2006">
        <mc:Choice xmlns:p14="http://schemas.microsoft.com/office/powerpoint/2010/main" Requires="p14">
          <p:contentPart r:id="rId55">
            <p14:nvContentPartPr>
              <p14:cNvPr id="312" name="Mobile phone user"/>
              <p14:cNvContentPartPr>
                <a14:cpLocks xmlns:a14="http://schemas.microsoft.com/office/drawing/2010/main" noSelect="1" noChangeArrowheads="1"/>
              </p14:cNvContentPartPr>
              <p14:nvPr/>
            </p14:nvContentPartPr>
            <p14:xfrm>
              <a:off x="8766343" y="4769079"/>
              <a:ext cx="312468" cy="312468"/>
            </p14:xfrm>
          </p:contentPart>
        </mc:Choice>
        <mc:Fallback/>
      </mc:AlternateContent>
      <mc:AlternateContent xmlns:mc="http://schemas.openxmlformats.org/markup-compatibility/2006">
        <mc:Choice xmlns:p14="http://schemas.microsoft.com/office/powerpoint/2010/main" Requires="p14">
          <p:contentPart r:id="rId56">
            <p14:nvContentPartPr>
              <p14:cNvPr id="313" name="Mobile phone user"/>
              <p14:cNvContentPartPr>
                <a14:cpLocks xmlns:a14="http://schemas.microsoft.com/office/drawing/2010/main" noSelect="1" noChangeArrowheads="1"/>
              </p14:cNvContentPartPr>
              <p14:nvPr/>
            </p14:nvContentPartPr>
            <p14:xfrm>
              <a:off x="8896516" y="4702405"/>
              <a:ext cx="312468" cy="312468"/>
            </p14:xfrm>
          </p:contentPart>
        </mc:Choice>
        <mc:Fallback/>
      </mc:AlternateContent>
      <mc:AlternateContent xmlns:mc="http://schemas.openxmlformats.org/markup-compatibility/2006">
        <mc:Choice xmlns:p14="http://schemas.microsoft.com/office/powerpoint/2010/main" Requires="p14">
          <p:contentPart r:id="rId57">
            <p14:nvContentPartPr>
              <p14:cNvPr id="314" name="Mobile phone user"/>
              <p14:cNvContentPartPr>
                <a14:cpLocks xmlns:a14="http://schemas.microsoft.com/office/drawing/2010/main" noSelect="1" noChangeArrowheads="1"/>
              </p14:cNvContentPartPr>
              <p14:nvPr/>
            </p14:nvContentPartPr>
            <p14:xfrm>
              <a:off x="8766343" y="4597631"/>
              <a:ext cx="312468" cy="312468"/>
            </p14:xfrm>
          </p:contentPart>
        </mc:Choice>
        <mc:Fallback/>
      </mc:AlternateContent>
      <mc:AlternateContent xmlns:mc="http://schemas.openxmlformats.org/markup-compatibility/2006">
        <mc:Choice xmlns:p14="http://schemas.microsoft.com/office/powerpoint/2010/main" Requires="p14">
          <p:contentPart r:id="rId58">
            <p14:nvContentPartPr>
              <p14:cNvPr id="315" name="Mobile phone user"/>
              <p14:cNvContentPartPr>
                <a14:cpLocks xmlns:a14="http://schemas.microsoft.com/office/drawing/2010/main" noSelect="1" noChangeArrowheads="1"/>
              </p14:cNvContentPartPr>
              <p14:nvPr/>
            </p14:nvContentPartPr>
            <p14:xfrm>
              <a:off x="8756818" y="4480158"/>
              <a:ext cx="312468" cy="312468"/>
            </p14:xfrm>
          </p:contentPart>
        </mc:Choice>
        <mc:Fallback/>
      </mc:AlternateContent>
      <mc:AlternateContent xmlns:mc="http://schemas.openxmlformats.org/markup-compatibility/2006">
        <mc:Choice xmlns:p14="http://schemas.microsoft.com/office/powerpoint/2010/main" Requires="p14">
          <p:contentPart r:id="rId59">
            <p14:nvContentPartPr>
              <p14:cNvPr id="316" name="Mobile phone user"/>
              <p14:cNvContentPartPr>
                <a14:cpLocks xmlns:a14="http://schemas.microsoft.com/office/drawing/2010/main" noSelect="1" noChangeArrowheads="1"/>
              </p14:cNvContentPartPr>
              <p14:nvPr/>
            </p14:nvContentPartPr>
            <p14:xfrm>
              <a:off x="8737768" y="4680180"/>
              <a:ext cx="312468" cy="312468"/>
            </p14:xfrm>
          </p:contentPart>
        </mc:Choice>
        <mc:Fallback/>
      </mc:AlternateContent>
      <mc:AlternateContent xmlns:mc="http://schemas.openxmlformats.org/markup-compatibility/2006">
        <mc:Choice xmlns:p14="http://schemas.microsoft.com/office/powerpoint/2010/main" Requires="p14">
          <p:contentPart r:id="rId60">
            <p14:nvContentPartPr>
              <p14:cNvPr id="317" name="Mobile phone user"/>
              <p14:cNvContentPartPr>
                <a14:cpLocks xmlns:a14="http://schemas.microsoft.com/office/drawing/2010/main" noSelect="1" noChangeArrowheads="1"/>
              </p14:cNvContentPartPr>
              <p14:nvPr/>
            </p14:nvContentPartPr>
            <p14:xfrm>
              <a:off x="8779042" y="4378560"/>
              <a:ext cx="312468" cy="312468"/>
            </p14:xfrm>
          </p:contentPart>
        </mc:Choice>
        <mc:Fallback/>
      </mc:AlternateContent>
      <mc:AlternateContent xmlns:mc="http://schemas.openxmlformats.org/markup-compatibility/2006">
        <mc:Choice xmlns:p14="http://schemas.microsoft.com/office/powerpoint/2010/main" Requires="p14">
          <p:contentPart r:id="rId61">
            <p14:nvContentPartPr>
              <p14:cNvPr id="318" name="Mobile phone user"/>
              <p14:cNvContentPartPr>
                <a14:cpLocks xmlns:a14="http://schemas.microsoft.com/office/drawing/2010/main" noSelect="1" noChangeArrowheads="1"/>
              </p14:cNvContentPartPr>
              <p14:nvPr/>
            </p14:nvContentPartPr>
            <p14:xfrm>
              <a:off x="8801267" y="4518258"/>
              <a:ext cx="312468" cy="312468"/>
            </p14:xfrm>
          </p:contentPart>
        </mc:Choice>
        <mc:Fallback/>
      </mc:AlternateContent>
      <mc:AlternateContent xmlns:mc="http://schemas.openxmlformats.org/markup-compatibility/2006">
        <mc:Choice xmlns:p14="http://schemas.microsoft.com/office/powerpoint/2010/main" Requires="p14">
          <p:contentPart r:id="rId62">
            <p14:nvContentPartPr>
              <p14:cNvPr id="319" name="Mobile phone user"/>
              <p14:cNvContentPartPr>
                <a14:cpLocks xmlns:a14="http://schemas.microsoft.com/office/drawing/2010/main" noSelect="1" noChangeArrowheads="1"/>
              </p14:cNvContentPartPr>
              <p14:nvPr/>
            </p14:nvContentPartPr>
            <p14:xfrm>
              <a:off x="8880641" y="4597631"/>
              <a:ext cx="312468" cy="312468"/>
            </p14:xfrm>
          </p:contentPart>
        </mc:Choice>
        <mc:Fallback/>
      </mc:AlternateContent>
      <mc:AlternateContent xmlns:mc="http://schemas.openxmlformats.org/markup-compatibility/2006">
        <mc:Choice xmlns:p14="http://schemas.microsoft.com/office/powerpoint/2010/main" Requires="p14">
          <p:contentPart r:id="rId63">
            <p14:nvContentPartPr>
              <p14:cNvPr id="320" name="Mobile phone user"/>
              <p14:cNvContentPartPr>
                <a14:cpLocks xmlns:a14="http://schemas.microsoft.com/office/drawing/2010/main" noSelect="1" noChangeArrowheads="1"/>
              </p14:cNvContentPartPr>
              <p14:nvPr/>
            </p14:nvContentPartPr>
            <p14:xfrm>
              <a:off x="8737768" y="4819878"/>
              <a:ext cx="312468" cy="312468"/>
            </p14:xfrm>
          </p:contentPart>
        </mc:Choice>
        <mc:Fallback/>
      </mc:AlternateContent>
      <mc:AlternateContent xmlns:mc="http://schemas.openxmlformats.org/markup-compatibility/2006">
        <mc:Choice xmlns:p14="http://schemas.microsoft.com/office/powerpoint/2010/main" Requires="p14">
          <p:contentPart r:id="rId64">
            <p14:nvContentPartPr>
              <p14:cNvPr id="321" name="Mobile phone user"/>
              <p14:cNvContentPartPr>
                <a14:cpLocks xmlns:a14="http://schemas.microsoft.com/office/drawing/2010/main" noSelect="1" noChangeArrowheads="1"/>
              </p14:cNvContentPartPr>
              <p14:nvPr/>
            </p14:nvContentPartPr>
            <p14:xfrm>
              <a:off x="8848892" y="4499208"/>
              <a:ext cx="312468" cy="312468"/>
            </p14:xfrm>
          </p:contentPart>
        </mc:Choice>
        <mc:Fallback/>
      </mc:AlternateContent>
      <mc:AlternateContent xmlns:mc="http://schemas.openxmlformats.org/markup-compatibility/2006">
        <mc:Choice xmlns:p14="http://schemas.microsoft.com/office/powerpoint/2010/main" Requires="p14">
          <p:contentPart r:id="rId65">
            <p14:nvContentPartPr>
              <p14:cNvPr id="322" name="Mobile phone user"/>
              <p14:cNvContentPartPr>
                <a14:cpLocks xmlns:a14="http://schemas.microsoft.com/office/drawing/2010/main" noSelect="1" noChangeArrowheads="1"/>
              </p14:cNvContentPartPr>
              <p14:nvPr/>
            </p14:nvContentPartPr>
            <p14:xfrm>
              <a:off x="8726190" y="4389204"/>
              <a:ext cx="292426" cy="641671"/>
            </p14:xfrm>
          </p:contentPart>
        </mc:Choice>
        <mc:Fallback/>
      </mc:AlternateContent>
      <mc:AlternateContent xmlns:mc="http://schemas.openxmlformats.org/markup-compatibility/2006">
        <mc:Choice xmlns:p14="http://schemas.microsoft.com/office/powerpoint/2010/main" Requires="p14">
          <p:contentPart r:id="rId66">
            <p14:nvContentPartPr>
              <p14:cNvPr id="323" name="Mobile phone user"/>
              <p14:cNvContentPartPr>
                <a14:cpLocks xmlns:a14="http://schemas.microsoft.com/office/drawing/2010/main" noSelect="1" noChangeArrowheads="1"/>
              </p14:cNvContentPartPr>
              <p14:nvPr/>
            </p14:nvContentPartPr>
            <p14:xfrm>
              <a:off x="8536293" y="4494579"/>
              <a:ext cx="342025" cy="634120"/>
            </p14:xfrm>
          </p:contentPart>
        </mc:Choice>
        <mc:Fallback/>
      </mc:AlternateContent>
      <mc:AlternateContent xmlns:mc="http://schemas.openxmlformats.org/markup-compatibility/2006">
        <mc:Choice xmlns:p14="http://schemas.microsoft.com/office/powerpoint/2010/main" Requires="p14">
          <p:contentPart r:id="rId67">
            <p14:nvContentPartPr>
              <p14:cNvPr id="324" name="Mobile phone user"/>
              <p14:cNvContentPartPr>
                <a14:cpLocks xmlns:a14="http://schemas.microsoft.com/office/drawing/2010/main" noSelect="1" noChangeArrowheads="1"/>
              </p14:cNvContentPartPr>
              <p14:nvPr/>
            </p14:nvContentPartPr>
            <p14:xfrm>
              <a:off x="8637426" y="4324167"/>
              <a:ext cx="360504" cy="766890"/>
            </p14:xfrm>
          </p:contentPart>
        </mc:Choice>
        <mc:Fallback/>
      </mc:AlternateContent>
      <mc:AlternateContent xmlns:mc="http://schemas.openxmlformats.org/markup-compatibility/2006">
        <mc:Choice xmlns:p14="http://schemas.microsoft.com/office/powerpoint/2010/main" Requires="p14">
          <p:contentPart r:id="rId68">
            <p14:nvContentPartPr>
              <p14:cNvPr id="325" name="Mobile phone user"/>
              <p14:cNvContentPartPr>
                <a14:cpLocks xmlns:a14="http://schemas.microsoft.com/office/drawing/2010/main" noSelect="1" noChangeArrowheads="1"/>
              </p14:cNvContentPartPr>
              <p14:nvPr/>
            </p14:nvContentPartPr>
            <p14:xfrm>
              <a:off x="8629927" y="4543764"/>
              <a:ext cx="323028" cy="605599"/>
            </p14:xfrm>
          </p:contentPart>
        </mc:Choice>
        <mc:Fallback/>
      </mc:AlternateContent>
      <mc:AlternateContent xmlns:mc="http://schemas.openxmlformats.org/markup-compatibility/2006">
        <mc:Choice xmlns:p14="http://schemas.microsoft.com/office/powerpoint/2010/main" Requires="p14">
          <p:contentPart r:id="rId69">
            <p14:nvContentPartPr>
              <p14:cNvPr id="326" name="Mobile phone user"/>
              <p14:cNvContentPartPr>
                <a14:cpLocks xmlns:a14="http://schemas.microsoft.com/office/drawing/2010/main" noSelect="1" noChangeArrowheads="1"/>
              </p14:cNvContentPartPr>
              <p14:nvPr/>
            </p14:nvContentPartPr>
            <p14:xfrm>
              <a:off x="8553869" y="4562953"/>
              <a:ext cx="322748" cy="611668"/>
            </p14:xfrm>
          </p:contentPart>
        </mc:Choice>
        <mc:Fallback/>
      </mc:AlternateContent>
      <mc:AlternateContent xmlns:mc="http://schemas.openxmlformats.org/markup-compatibility/2006">
        <mc:Choice xmlns:p14="http://schemas.microsoft.com/office/powerpoint/2010/main" Requires="p14">
          <p:contentPart r:id="rId70">
            <p14:nvContentPartPr>
              <p14:cNvPr id="327" name="Mobile phone user"/>
              <p14:cNvContentPartPr>
                <a14:cpLocks xmlns:a14="http://schemas.microsoft.com/office/drawing/2010/main" noSelect="1" noChangeArrowheads="1"/>
              </p14:cNvContentPartPr>
              <p14:nvPr/>
            </p14:nvContentPartPr>
            <p14:xfrm>
              <a:off x="8547271" y="4810353"/>
              <a:ext cx="312468" cy="312468"/>
            </p14:xfrm>
          </p:contentPart>
        </mc:Choice>
        <mc:Fallback/>
      </mc:AlternateContent>
      <mc:AlternateContent xmlns:mc="http://schemas.openxmlformats.org/markup-compatibility/2006">
        <mc:Choice xmlns:p14="http://schemas.microsoft.com/office/powerpoint/2010/main" Requires="p14">
          <p:contentPart r:id="rId71">
            <p14:nvContentPartPr>
              <p14:cNvPr id="328" name="Mobile phone user"/>
              <p14:cNvContentPartPr>
                <a14:cpLocks xmlns:a14="http://schemas.microsoft.com/office/drawing/2010/main" noSelect="1" noChangeArrowheads="1"/>
              </p14:cNvContentPartPr>
              <p14:nvPr/>
            </p14:nvContentPartPr>
            <p14:xfrm>
              <a:off x="2392540" y="4689726"/>
              <a:ext cx="1733179" cy="261326"/>
            </p14:xfrm>
          </p:contentPart>
        </mc:Choice>
        <mc:Fallback/>
      </mc:AlternateContent>
      <mc:AlternateContent xmlns:mc="http://schemas.openxmlformats.org/markup-compatibility/2006">
        <mc:Choice xmlns:p14="http://schemas.microsoft.com/office/powerpoint/2010/main" Requires="p14">
          <p:contentPart r:id="rId72">
            <p14:nvContentPartPr>
              <p14:cNvPr id="329" name="Mobile phone user"/>
              <p14:cNvContentPartPr>
                <a14:cpLocks xmlns:a14="http://schemas.microsoft.com/office/drawing/2010/main" noSelect="1" noChangeArrowheads="1"/>
              </p14:cNvContentPartPr>
              <p14:nvPr/>
            </p14:nvContentPartPr>
            <p14:xfrm>
              <a:off x="2233167" y="4477493"/>
              <a:ext cx="1281672" cy="186688"/>
            </p14:xfrm>
          </p:contentPart>
        </mc:Choice>
        <mc:Fallback/>
      </mc:AlternateContent>
      <mc:AlternateContent xmlns:mc="http://schemas.openxmlformats.org/markup-compatibility/2006">
        <mc:Choice xmlns:p14="http://schemas.microsoft.com/office/powerpoint/2010/main" Requires="p14">
          <p:contentPart r:id="rId73">
            <p14:nvContentPartPr>
              <p14:cNvPr id="330" name="Mobile phone user"/>
              <p14:cNvContentPartPr>
                <a14:cpLocks xmlns:a14="http://schemas.microsoft.com/office/drawing/2010/main" noSelect="1" noChangeArrowheads="1"/>
              </p14:cNvContentPartPr>
              <p14:nvPr/>
            </p14:nvContentPartPr>
            <p14:xfrm>
              <a:off x="4290590" y="1261687"/>
              <a:ext cx="963156" cy="179418"/>
            </p14:xfrm>
          </p:contentPart>
        </mc:Choice>
        <mc:Fallback/>
      </mc:AlternateContent>
      <mc:AlternateContent xmlns:mc="http://schemas.openxmlformats.org/markup-compatibility/2006">
        <mc:Choice xmlns:p14="http://schemas.microsoft.com/office/powerpoint/2010/main" Requires="p14">
          <p:contentPart r:id="rId74">
            <p14:nvContentPartPr>
              <p14:cNvPr id="331" name="Mobile phone user"/>
              <p14:cNvContentPartPr>
                <a14:cpLocks xmlns:a14="http://schemas.microsoft.com/office/drawing/2010/main" noSelect="1" noChangeArrowheads="1"/>
              </p14:cNvContentPartPr>
              <p14:nvPr/>
            </p14:nvContentPartPr>
            <p14:xfrm>
              <a:off x="973665" y="1894102"/>
              <a:ext cx="872840" cy="187233"/>
            </p14:xfrm>
          </p:contentPart>
        </mc:Choice>
        <mc:Fallback/>
      </mc:AlternateContent>
      <mc:AlternateContent xmlns:mc="http://schemas.openxmlformats.org/markup-compatibility/2006">
        <mc:Choice xmlns:p14="http://schemas.microsoft.com/office/powerpoint/2010/main" Requires="p14">
          <p:contentPart r:id="rId75">
            <p14:nvContentPartPr>
              <p14:cNvPr id="332" name="Mobile phone user"/>
              <p14:cNvContentPartPr>
                <a14:cpLocks xmlns:a14="http://schemas.microsoft.com/office/drawing/2010/main" noSelect="1" noChangeArrowheads="1"/>
              </p14:cNvContentPartPr>
              <p14:nvPr/>
            </p14:nvContentPartPr>
            <p14:xfrm>
              <a:off x="941455" y="1918785"/>
              <a:ext cx="1082189" cy="139491"/>
            </p14:xfrm>
          </p:contentPart>
        </mc:Choice>
        <mc:Fallback/>
      </mc:AlternateContent>
      <mc:AlternateContent xmlns:mc="http://schemas.openxmlformats.org/markup-compatibility/2006">
        <mc:Choice xmlns:p14="http://schemas.microsoft.com/office/powerpoint/2010/main" Requires="p14">
          <p:contentPart r:id="rId76">
            <p14:nvContentPartPr>
              <p14:cNvPr id="333" name="Mobile phone user"/>
              <p14:cNvContentPartPr>
                <a14:cpLocks xmlns:a14="http://schemas.microsoft.com/office/drawing/2010/main" noSelect="1" noChangeArrowheads="1"/>
              </p14:cNvContentPartPr>
              <p14:nvPr/>
            </p14:nvContentPartPr>
            <p14:xfrm>
              <a:off x="1029189" y="1955084"/>
              <a:ext cx="1016234" cy="166837"/>
            </p14:xfrm>
          </p:contentPart>
        </mc:Choice>
        <mc:Fallback/>
      </mc:AlternateContent>
      <mc:AlternateContent xmlns:mc="http://schemas.openxmlformats.org/markup-compatibility/2006">
        <mc:Choice xmlns:p14="http://schemas.microsoft.com/office/powerpoint/2010/main" Requires="p14">
          <p:contentPart r:id="rId77">
            <p14:nvContentPartPr>
              <p14:cNvPr id="334" name="Mobile phone user"/>
              <p14:cNvContentPartPr>
                <a14:cpLocks xmlns:a14="http://schemas.microsoft.com/office/drawing/2010/main" noSelect="1" noChangeArrowheads="1"/>
              </p14:cNvContentPartPr>
              <p14:nvPr/>
            </p14:nvContentPartPr>
            <p14:xfrm>
              <a:off x="1092938" y="1905717"/>
              <a:ext cx="974700" cy="137936"/>
            </p14:xfrm>
          </p:contentPart>
        </mc:Choice>
        <mc:Fallback/>
      </mc:AlternateContent>
      <mc:AlternateContent xmlns:mc="http://schemas.openxmlformats.org/markup-compatibility/2006">
        <mc:Choice xmlns:p14="http://schemas.microsoft.com/office/powerpoint/2010/main" Requires="p14">
          <p:contentPart r:id="rId78">
            <p14:nvContentPartPr>
              <p14:cNvPr id="335" name="Mobile phone user"/>
              <p14:cNvContentPartPr>
                <a14:cpLocks xmlns:a14="http://schemas.microsoft.com/office/drawing/2010/main" noSelect="1" noChangeArrowheads="1"/>
              </p14:cNvContentPartPr>
              <p14:nvPr/>
            </p14:nvContentPartPr>
            <p14:xfrm>
              <a:off x="1017193" y="1927497"/>
              <a:ext cx="1012259" cy="162124"/>
            </p14:xfrm>
          </p:contentPart>
        </mc:Choice>
        <mc:Fallback/>
      </mc:AlternateContent>
      <mc:AlternateContent xmlns:mc="http://schemas.openxmlformats.org/markup-compatibility/2006">
        <mc:Choice xmlns:p14="http://schemas.microsoft.com/office/powerpoint/2010/main" Requires="p14">
          <p:contentPart r:id="rId79">
            <p14:nvContentPartPr>
              <p14:cNvPr id="336" name="Mobile phone user"/>
              <p14:cNvContentPartPr>
                <a14:cpLocks xmlns:a14="http://schemas.microsoft.com/office/drawing/2010/main" noSelect="1" noChangeArrowheads="1"/>
              </p14:cNvContentPartPr>
              <p14:nvPr/>
            </p14:nvContentPartPr>
            <p14:xfrm>
              <a:off x="1096300" y="1924593"/>
              <a:ext cx="912585" cy="130438"/>
            </p14:xfrm>
          </p:contentPart>
        </mc:Choice>
        <mc:Fallback/>
      </mc:AlternateContent>
      <mc:AlternateContent xmlns:mc="http://schemas.openxmlformats.org/markup-compatibility/2006">
        <mc:Choice xmlns:p14="http://schemas.microsoft.com/office/powerpoint/2010/main" Requires="p14">
          <p:contentPart r:id="rId80">
            <p14:nvContentPartPr>
              <p14:cNvPr id="337" name="Mobile phone user"/>
              <p14:cNvContentPartPr>
                <a14:cpLocks xmlns:a14="http://schemas.microsoft.com/office/drawing/2010/main" noSelect="1" noChangeArrowheads="1"/>
              </p14:cNvContentPartPr>
              <p14:nvPr/>
            </p14:nvContentPartPr>
            <p14:xfrm>
              <a:off x="812710" y="1912977"/>
              <a:ext cx="1214169" cy="162619"/>
            </p14:xfrm>
          </p:contentPart>
        </mc:Choice>
        <mc:Fallback/>
      </mc:AlternateContent>
      <mc:AlternateContent xmlns:mc="http://schemas.openxmlformats.org/markup-compatibility/2006">
        <mc:Choice xmlns:p14="http://schemas.microsoft.com/office/powerpoint/2010/main" Requires="p14">
          <p:contentPart r:id="rId81">
            <p14:nvContentPartPr>
              <p14:cNvPr id="338" name="Mobile phone user"/>
              <p14:cNvContentPartPr>
                <a14:cpLocks xmlns:a14="http://schemas.microsoft.com/office/drawing/2010/main" noSelect="1" noChangeArrowheads="1"/>
              </p14:cNvContentPartPr>
              <p14:nvPr/>
            </p14:nvContentPartPr>
            <p14:xfrm>
              <a:off x="625133" y="1912933"/>
              <a:ext cx="916222" cy="169685"/>
            </p14:xfrm>
          </p:contentPart>
        </mc:Choice>
        <mc:Fallback/>
      </mc:AlternateContent>
      <mc:AlternateContent xmlns:mc="http://schemas.openxmlformats.org/markup-compatibility/2006">
        <mc:Choice xmlns:p14="http://schemas.microsoft.com/office/powerpoint/2010/main" Requires="p14">
          <p:contentPart r:id="rId82">
            <p14:nvContentPartPr>
              <p14:cNvPr id="339" name="Mobile phone user"/>
              <p14:cNvContentPartPr>
                <a14:cpLocks xmlns:a14="http://schemas.microsoft.com/office/drawing/2010/main" noSelect="1" noChangeArrowheads="1"/>
              </p14:cNvContentPartPr>
              <p14:nvPr/>
            </p14:nvContentPartPr>
            <p14:xfrm>
              <a:off x="516878" y="1869418"/>
              <a:ext cx="907107" cy="155359"/>
            </p14:xfrm>
          </p:contentPart>
        </mc:Choice>
        <mc:Fallback/>
      </mc:AlternateContent>
      <mc:AlternateContent xmlns:mc="http://schemas.openxmlformats.org/markup-compatibility/2006">
        <mc:Choice xmlns:p14="http://schemas.microsoft.com/office/powerpoint/2010/main" Requires="p14">
          <p:contentPart r:id="rId83">
            <p14:nvContentPartPr>
              <p14:cNvPr id="340" name="Mobile phone user"/>
              <p14:cNvContentPartPr>
                <a14:cpLocks xmlns:a14="http://schemas.microsoft.com/office/drawing/2010/main" noSelect="1" noChangeArrowheads="1"/>
              </p14:cNvContentPartPr>
              <p14:nvPr/>
            </p14:nvContentPartPr>
            <p14:xfrm>
              <a:off x="497948" y="1909956"/>
              <a:ext cx="742474" cy="158380"/>
            </p14:xfrm>
          </p:contentPart>
        </mc:Choice>
        <mc:Fallback/>
      </mc:AlternateContent>
      <mc:AlternateContent xmlns:mc="http://schemas.openxmlformats.org/markup-compatibility/2006">
        <mc:Choice xmlns:p14="http://schemas.microsoft.com/office/powerpoint/2010/main" Requires="p14">
          <p:contentPart r:id="rId84">
            <p14:nvContentPartPr>
              <p14:cNvPr id="341" name="Mobile phone user"/>
              <p14:cNvContentPartPr>
                <a14:cpLocks xmlns:a14="http://schemas.microsoft.com/office/drawing/2010/main" noSelect="1" noChangeArrowheads="1"/>
              </p14:cNvContentPartPr>
              <p14:nvPr/>
            </p14:nvContentPartPr>
            <p14:xfrm>
              <a:off x="470497" y="1895554"/>
              <a:ext cx="854755" cy="178494"/>
            </p14:xfrm>
          </p:contentPart>
        </mc:Choice>
        <mc:Fallback/>
      </mc:AlternateContent>
      <mc:AlternateContent xmlns:mc="http://schemas.openxmlformats.org/markup-compatibility/2006">
        <mc:Choice xmlns:p14="http://schemas.microsoft.com/office/powerpoint/2010/main" Requires="p14">
          <p:contentPart r:id="rId85">
            <p14:nvContentPartPr>
              <p14:cNvPr id="342" name="Mobile phone user"/>
              <p14:cNvContentPartPr>
                <a14:cpLocks xmlns:a14="http://schemas.microsoft.com/office/drawing/2010/main" noSelect="1" noChangeArrowheads="1"/>
              </p14:cNvContentPartPr>
              <p14:nvPr/>
            </p14:nvContentPartPr>
            <p14:xfrm>
              <a:off x="378858" y="1917291"/>
              <a:ext cx="849949" cy="156238"/>
            </p14:xfrm>
          </p:contentPart>
        </mc:Choice>
        <mc:Fallback/>
      </mc:AlternateContent>
      <mc:AlternateContent xmlns:mc="http://schemas.openxmlformats.org/markup-compatibility/2006">
        <mc:Choice xmlns:p14="http://schemas.microsoft.com/office/powerpoint/2010/main" Requires="p14">
          <p:contentPart r:id="rId86">
            <p14:nvContentPartPr>
              <p14:cNvPr id="343" name="Mobile phone user"/>
              <p14:cNvContentPartPr>
                <a14:cpLocks xmlns:a14="http://schemas.microsoft.com/office/drawing/2010/main" noSelect="1" noChangeArrowheads="1"/>
              </p14:cNvContentPartPr>
              <p14:nvPr/>
            </p14:nvContentPartPr>
            <p14:xfrm>
              <a:off x="377254" y="1905717"/>
              <a:ext cx="807710" cy="154882"/>
            </p14:xfrm>
          </p:contentPart>
        </mc:Choice>
        <mc:Fallback/>
      </mc:AlternateContent>
      <mc:AlternateContent xmlns:mc="http://schemas.openxmlformats.org/markup-compatibility/2006">
        <mc:Choice xmlns:p14="http://schemas.microsoft.com/office/powerpoint/2010/main" Requires="p14">
          <p:contentPart r:id="rId87">
            <p14:nvContentPartPr>
              <p14:cNvPr id="344" name="Mobile phone user"/>
              <p14:cNvContentPartPr>
                <a14:cpLocks xmlns:a14="http://schemas.microsoft.com/office/drawing/2010/main" noSelect="1" noChangeArrowheads="1"/>
              </p14:cNvContentPartPr>
              <p14:nvPr/>
            </p14:nvContentPartPr>
            <p14:xfrm>
              <a:off x="375407" y="1855052"/>
              <a:ext cx="557815" cy="169726"/>
            </p14:xfrm>
          </p:contentPart>
        </mc:Choice>
        <mc:Fallback/>
      </mc:AlternateContent>
      <mc:AlternateContent xmlns:mc="http://schemas.openxmlformats.org/markup-compatibility/2006">
        <mc:Choice xmlns:p14="http://schemas.microsoft.com/office/powerpoint/2010/main" Requires="p14">
          <p:contentPart r:id="rId88">
            <p14:nvContentPartPr>
              <p14:cNvPr id="345" name="Mobile phone user"/>
              <p14:cNvContentPartPr>
                <a14:cpLocks xmlns:a14="http://schemas.microsoft.com/office/drawing/2010/main" noSelect="1" noChangeArrowheads="1"/>
              </p14:cNvContentPartPr>
              <p14:nvPr/>
            </p14:nvContentPartPr>
            <p14:xfrm>
              <a:off x="377768" y="1866904"/>
              <a:ext cx="540934" cy="176750"/>
            </p14:xfrm>
          </p:contentPart>
        </mc:Choice>
        <mc:Fallback/>
      </mc:AlternateContent>
      <mc:AlternateContent xmlns:mc="http://schemas.openxmlformats.org/markup-compatibility/2006">
        <mc:Choice xmlns:p14="http://schemas.microsoft.com/office/powerpoint/2010/main" Requires="p14">
          <p:contentPart r:id="rId89">
            <p14:nvContentPartPr>
              <p14:cNvPr id="346" name="Mobile phone user"/>
              <p14:cNvContentPartPr>
                <a14:cpLocks xmlns:a14="http://schemas.microsoft.com/office/drawing/2010/main" noSelect="1" noChangeArrowheads="1"/>
              </p14:cNvContentPartPr>
              <p14:nvPr/>
            </p14:nvContentPartPr>
            <p14:xfrm>
              <a:off x="350157" y="1865138"/>
              <a:ext cx="572318" cy="204066"/>
            </p14:xfrm>
          </p:contentPart>
        </mc:Choice>
        <mc:Fallback/>
      </mc:AlternateContent>
      <mc:AlternateContent xmlns:mc="http://schemas.openxmlformats.org/markup-compatibility/2006">
        <mc:Choice xmlns:p14="http://schemas.microsoft.com/office/powerpoint/2010/main" Requires="p14">
          <p:contentPart r:id="rId90">
            <p14:nvContentPartPr>
              <p14:cNvPr id="347" name="Mobile phone user"/>
              <p14:cNvContentPartPr>
                <a14:cpLocks xmlns:a14="http://schemas.microsoft.com/office/drawing/2010/main" noSelect="1" noChangeArrowheads="1"/>
              </p14:cNvContentPartPr>
              <p14:nvPr/>
            </p14:nvContentPartPr>
            <p14:xfrm>
              <a:off x="48236" y="1901337"/>
              <a:ext cx="902410" cy="140311"/>
            </p14:xfrm>
          </p:contentPart>
        </mc:Choice>
        <mc:Fallback/>
      </mc:AlternateContent>
      <mc:AlternateContent xmlns:mc="http://schemas.openxmlformats.org/markup-compatibility/2006">
        <mc:Choice xmlns:p14="http://schemas.microsoft.com/office/powerpoint/2010/main" Requires="p14">
          <p:contentPart r:id="rId91">
            <p14:nvContentPartPr>
              <p14:cNvPr id="348" name="Mobile phone user"/>
              <p14:cNvContentPartPr>
                <a14:cpLocks xmlns:a14="http://schemas.microsoft.com/office/drawing/2010/main" noSelect="1" noChangeArrowheads="1"/>
              </p14:cNvContentPartPr>
              <p14:nvPr/>
            </p14:nvContentPartPr>
            <p14:xfrm>
              <a:off x="8502356" y="4505091"/>
              <a:ext cx="419424" cy="667070"/>
            </p14:xfrm>
          </p:contentPart>
        </mc:Choice>
        <mc:Fallback/>
      </mc:AlternateContent>
      <mc:AlternateContent xmlns:mc="http://schemas.openxmlformats.org/markup-compatibility/2006">
        <mc:Choice xmlns:p14="http://schemas.microsoft.com/office/powerpoint/2010/main" Requires="p14">
          <p:contentPart r:id="rId92">
            <p14:nvContentPartPr>
              <p14:cNvPr id="349" name="Mobile phone user"/>
              <p14:cNvContentPartPr>
                <a14:cpLocks xmlns:a14="http://schemas.microsoft.com/office/drawing/2010/main" noSelect="1" noChangeArrowheads="1"/>
              </p14:cNvContentPartPr>
              <p14:nvPr/>
            </p14:nvContentPartPr>
            <p14:xfrm>
              <a:off x="8747293" y="4423009"/>
              <a:ext cx="312468" cy="312468"/>
            </p14:xfrm>
          </p:contentPart>
        </mc:Choice>
        <mc:Fallback/>
      </mc:AlternateContent>
      <mc:AlternateContent xmlns:mc="http://schemas.openxmlformats.org/markup-compatibility/2006">
        <mc:Choice xmlns:p14="http://schemas.microsoft.com/office/powerpoint/2010/main" Requires="p14">
          <p:contentPart r:id="rId93">
            <p14:nvContentPartPr>
              <p14:cNvPr id="350" name="Mobile phone user"/>
              <p14:cNvContentPartPr>
                <a14:cpLocks xmlns:a14="http://schemas.microsoft.com/office/drawing/2010/main" noSelect="1" noChangeArrowheads="1"/>
              </p14:cNvContentPartPr>
              <p14:nvPr/>
            </p14:nvContentPartPr>
            <p14:xfrm>
              <a:off x="8716395" y="4407985"/>
              <a:ext cx="386191" cy="697336"/>
            </p14:xfrm>
          </p:contentPart>
        </mc:Choice>
        <mc:Fallback/>
      </mc:AlternateContent>
      <mc:AlternateContent xmlns:mc="http://schemas.openxmlformats.org/markup-compatibility/2006">
        <mc:Choice xmlns:p14="http://schemas.microsoft.com/office/powerpoint/2010/main" Requires="p14">
          <p:contentPart r:id="rId94">
            <p14:nvContentPartPr>
              <p14:cNvPr id="351" name="Mobile phone user"/>
              <p14:cNvContentPartPr>
                <a14:cpLocks xmlns:a14="http://schemas.microsoft.com/office/drawing/2010/main" noSelect="1" noChangeArrowheads="1"/>
              </p14:cNvContentPartPr>
              <p14:nvPr/>
            </p14:nvContentPartPr>
            <p14:xfrm>
              <a:off x="8886991" y="4521432"/>
              <a:ext cx="312468" cy="312468"/>
            </p14:xfrm>
          </p:contentPart>
        </mc:Choice>
        <mc:Fallback/>
      </mc:AlternateContent>
      <mc:AlternateContent xmlns:mc="http://schemas.openxmlformats.org/markup-compatibility/2006">
        <mc:Choice xmlns:p14="http://schemas.microsoft.com/office/powerpoint/2010/main" Requires="p14">
          <p:contentPart r:id="rId95">
            <p14:nvContentPartPr>
              <p14:cNvPr id="352" name="Mobile phone user"/>
              <p14:cNvContentPartPr>
                <a14:cpLocks xmlns:a14="http://schemas.microsoft.com/office/drawing/2010/main" noSelect="1" noChangeArrowheads="1"/>
              </p14:cNvContentPartPr>
              <p14:nvPr/>
            </p14:nvContentPartPr>
            <p14:xfrm>
              <a:off x="8842542" y="4578581"/>
              <a:ext cx="312468" cy="312468"/>
            </p14:xfrm>
          </p:contentPart>
        </mc:Choice>
        <mc:Fallback/>
      </mc:AlternateContent>
      <mc:AlternateContent xmlns:mc="http://schemas.openxmlformats.org/markup-compatibility/2006">
        <mc:Choice xmlns:p14="http://schemas.microsoft.com/office/powerpoint/2010/main" Requires="p14">
          <p:contentPart r:id="rId96">
            <p14:nvContentPartPr>
              <p14:cNvPr id="353" name="Mobile phone user"/>
              <p14:cNvContentPartPr>
                <a14:cpLocks xmlns:a14="http://schemas.microsoft.com/office/drawing/2010/main" noSelect="1" noChangeArrowheads="1"/>
              </p14:cNvContentPartPr>
              <p14:nvPr/>
            </p14:nvContentPartPr>
            <p14:xfrm>
              <a:off x="8804442" y="4524607"/>
              <a:ext cx="312468" cy="312468"/>
            </p14:xfrm>
          </p:contentPart>
        </mc:Choice>
        <mc:Fallback/>
      </mc:AlternateContent>
      <mc:AlternateContent xmlns:mc="http://schemas.openxmlformats.org/markup-compatibility/2006">
        <mc:Choice xmlns:p14="http://schemas.microsoft.com/office/powerpoint/2010/main" Requires="p14">
          <p:contentPart r:id="rId97">
            <p14:nvContentPartPr>
              <p14:cNvPr id="354" name="Mobile phone user"/>
              <p14:cNvContentPartPr>
                <a14:cpLocks xmlns:a14="http://schemas.microsoft.com/office/drawing/2010/main" noSelect="1" noChangeArrowheads="1"/>
              </p14:cNvContentPartPr>
              <p14:nvPr/>
            </p14:nvContentPartPr>
            <p14:xfrm>
              <a:off x="8817142" y="4505557"/>
              <a:ext cx="312468" cy="312468"/>
            </p14:xfrm>
          </p:contentPart>
        </mc:Choice>
        <mc:Fallback/>
      </mc:AlternateContent>
      <mc:AlternateContent xmlns:mc="http://schemas.openxmlformats.org/markup-compatibility/2006">
        <mc:Choice xmlns:p14="http://schemas.microsoft.com/office/powerpoint/2010/main" Requires="p14">
          <p:contentPart r:id="rId98">
            <p14:nvContentPartPr>
              <p14:cNvPr id="355" name="Mobile phone user"/>
              <p14:cNvContentPartPr>
                <a14:cpLocks xmlns:a14="http://schemas.microsoft.com/office/drawing/2010/main" noSelect="1" noChangeArrowheads="1"/>
              </p14:cNvContentPartPr>
              <p14:nvPr/>
            </p14:nvContentPartPr>
            <p14:xfrm>
              <a:off x="8677444" y="4648430"/>
              <a:ext cx="312468" cy="312468"/>
            </p14:xfrm>
          </p:contentPart>
        </mc:Choice>
        <mc:Fallback/>
      </mc:AlternateContent>
      <mc:AlternateContent xmlns:mc="http://schemas.openxmlformats.org/markup-compatibility/2006">
        <mc:Choice xmlns:p14="http://schemas.microsoft.com/office/powerpoint/2010/main" Requires="p14">
          <p:contentPart r:id="rId99">
            <p14:nvContentPartPr>
              <p14:cNvPr id="356" name="Mobile phone user"/>
              <p14:cNvContentPartPr>
                <a14:cpLocks xmlns:a14="http://schemas.microsoft.com/office/drawing/2010/main" noSelect="1" noChangeArrowheads="1"/>
              </p14:cNvContentPartPr>
              <p14:nvPr/>
            </p14:nvContentPartPr>
            <p14:xfrm>
              <a:off x="8569495" y="4711929"/>
              <a:ext cx="312468" cy="312468"/>
            </p14:xfrm>
          </p:contentPart>
        </mc:Choice>
        <mc:Fallback/>
      </mc:AlternateContent>
      <mc:AlternateContent xmlns:mc="http://schemas.openxmlformats.org/markup-compatibility/2006">
        <mc:Choice xmlns:p14="http://schemas.microsoft.com/office/powerpoint/2010/main" Requires="p14">
          <p:contentPart r:id="rId100">
            <p14:nvContentPartPr>
              <p14:cNvPr id="357" name="Mobile phone user"/>
              <p14:cNvContentPartPr>
                <a14:cpLocks xmlns:a14="http://schemas.microsoft.com/office/drawing/2010/main" noSelect="1" noChangeArrowheads="1"/>
              </p14:cNvContentPartPr>
              <p14:nvPr/>
            </p14:nvContentPartPr>
            <p14:xfrm>
              <a:off x="8648870" y="4727804"/>
              <a:ext cx="312468" cy="312468"/>
            </p14:xfrm>
          </p:contentPart>
        </mc:Choice>
        <mc:Fallback/>
      </mc:AlternateContent>
      <mc:AlternateContent xmlns:mc="http://schemas.openxmlformats.org/markup-compatibility/2006">
        <mc:Choice xmlns:p14="http://schemas.microsoft.com/office/powerpoint/2010/main" Requires="p14">
          <p:contentPart r:id="rId101">
            <p14:nvContentPartPr>
              <p14:cNvPr id="358" name="Mobile phone user"/>
              <p14:cNvContentPartPr>
                <a14:cpLocks xmlns:a14="http://schemas.microsoft.com/office/drawing/2010/main" noSelect="1" noChangeArrowheads="1"/>
              </p14:cNvContentPartPr>
              <p14:nvPr/>
            </p14:nvContentPartPr>
            <p14:xfrm>
              <a:off x="8619394" y="4631654"/>
              <a:ext cx="277418" cy="540939"/>
            </p14:xfrm>
          </p:contentPart>
        </mc:Choice>
        <mc:Fallback/>
      </mc:AlternateContent>
      <mc:AlternateContent xmlns:mc="http://schemas.openxmlformats.org/markup-compatibility/2006">
        <mc:Choice xmlns:p14="http://schemas.microsoft.com/office/powerpoint/2010/main" Requires="p14">
          <p:contentPart r:id="rId102">
            <p14:nvContentPartPr>
              <p14:cNvPr id="359" name="Mobile phone user"/>
              <p14:cNvContentPartPr>
                <a14:cpLocks xmlns:a14="http://schemas.microsoft.com/office/drawing/2010/main" noSelect="1" noChangeArrowheads="1"/>
              </p14:cNvContentPartPr>
              <p14:nvPr/>
            </p14:nvContentPartPr>
            <p14:xfrm>
              <a:off x="8623470" y="4740504"/>
              <a:ext cx="312468" cy="312468"/>
            </p14:xfrm>
          </p:contentPart>
        </mc:Choice>
        <mc:Fallback/>
      </mc:AlternateContent>
      <mc:AlternateContent xmlns:mc="http://schemas.openxmlformats.org/markup-compatibility/2006">
        <mc:Choice xmlns:p14="http://schemas.microsoft.com/office/powerpoint/2010/main" Requires="p14">
          <p:contentPart r:id="rId103">
            <p14:nvContentPartPr>
              <p14:cNvPr id="360" name="Mobile phone user"/>
              <p14:cNvContentPartPr>
                <a14:cpLocks xmlns:a14="http://schemas.microsoft.com/office/drawing/2010/main" noSelect="1" noChangeArrowheads="1"/>
              </p14:cNvContentPartPr>
              <p14:nvPr/>
            </p14:nvContentPartPr>
            <p14:xfrm>
              <a:off x="8672494" y="4459332"/>
              <a:ext cx="320443" cy="669688"/>
            </p14:xfrm>
          </p:contentPart>
        </mc:Choice>
        <mc:Fallback/>
      </mc:AlternateContent>
      <mc:AlternateContent xmlns:mc="http://schemas.openxmlformats.org/markup-compatibility/2006">
        <mc:Choice xmlns:p14="http://schemas.microsoft.com/office/powerpoint/2010/main" Requires="p14">
          <p:contentPart r:id="rId104">
            <p14:nvContentPartPr>
              <p14:cNvPr id="361" name="Mobile phone user"/>
              <p14:cNvContentPartPr>
                <a14:cpLocks xmlns:a14="http://schemas.microsoft.com/office/drawing/2010/main" noSelect="1" noChangeArrowheads="1"/>
              </p14:cNvContentPartPr>
              <p14:nvPr/>
            </p14:nvContentPartPr>
            <p14:xfrm>
              <a:off x="8741968" y="4490707"/>
              <a:ext cx="267217" cy="610112"/>
            </p14:xfrm>
          </p:contentPart>
        </mc:Choice>
        <mc:Fallback/>
      </mc:AlternateContent>
      <mc:AlternateContent xmlns:mc="http://schemas.openxmlformats.org/markup-compatibility/2006">
        <mc:Choice xmlns:p14="http://schemas.microsoft.com/office/powerpoint/2010/main" Requires="p14">
          <p:contentPart r:id="rId105">
            <p14:nvContentPartPr>
              <p14:cNvPr id="362" name="Mobile phone user"/>
              <p14:cNvContentPartPr>
                <a14:cpLocks xmlns:a14="http://schemas.microsoft.com/office/drawing/2010/main" noSelect="1" noChangeArrowheads="1"/>
              </p14:cNvContentPartPr>
              <p14:nvPr/>
            </p14:nvContentPartPr>
            <p14:xfrm>
              <a:off x="8683794" y="4797653"/>
              <a:ext cx="312468" cy="312468"/>
            </p14:xfrm>
          </p:contentPart>
        </mc:Choice>
        <mc:Fallback/>
      </mc:AlternateContent>
      <mc:AlternateContent xmlns:mc="http://schemas.openxmlformats.org/markup-compatibility/2006">
        <mc:Choice xmlns:p14="http://schemas.microsoft.com/office/powerpoint/2010/main" Requires="p14">
          <p:contentPart r:id="rId106">
            <p14:nvContentPartPr>
              <p14:cNvPr id="363" name="Mobile phone user"/>
              <p14:cNvContentPartPr>
                <a14:cpLocks xmlns:a14="http://schemas.microsoft.com/office/drawing/2010/main" noSelect="1" noChangeArrowheads="1"/>
              </p14:cNvContentPartPr>
              <p14:nvPr/>
            </p14:nvContentPartPr>
            <p14:xfrm>
              <a:off x="8747293" y="4699229"/>
              <a:ext cx="312468" cy="312468"/>
            </p14:xfrm>
          </p:contentPart>
        </mc:Choice>
        <mc:Fallback/>
      </mc:AlternateContent>
      <mc:AlternateContent xmlns:mc="http://schemas.openxmlformats.org/markup-compatibility/2006">
        <mc:Choice xmlns:p14="http://schemas.microsoft.com/office/powerpoint/2010/main" Requires="p14">
          <p:contentPart r:id="rId107">
            <p14:nvContentPartPr>
              <p14:cNvPr id="364" name="Mobile phone user"/>
              <p14:cNvContentPartPr>
                <a14:cpLocks xmlns:a14="http://schemas.microsoft.com/office/drawing/2010/main" noSelect="1" noChangeArrowheads="1"/>
              </p14:cNvContentPartPr>
              <p14:nvPr/>
            </p14:nvContentPartPr>
            <p14:xfrm>
              <a:off x="8696494" y="4730979"/>
              <a:ext cx="312468" cy="312468"/>
            </p14:xfrm>
          </p:contentPart>
        </mc:Choice>
        <mc:Fallback/>
      </mc:AlternateContent>
      <mc:AlternateContent xmlns:mc="http://schemas.openxmlformats.org/markup-compatibility/2006">
        <mc:Choice xmlns:p14="http://schemas.microsoft.com/office/powerpoint/2010/main" Requires="p14">
          <p:contentPart r:id="rId108">
            <p14:nvContentPartPr>
              <p14:cNvPr id="365" name="Mobile phone user"/>
              <p14:cNvContentPartPr>
                <a14:cpLocks xmlns:a14="http://schemas.microsoft.com/office/drawing/2010/main" noSelect="1" noChangeArrowheads="1"/>
              </p14:cNvContentPartPr>
              <p14:nvPr/>
            </p14:nvContentPartPr>
            <p14:xfrm>
              <a:off x="8740943" y="4664305"/>
              <a:ext cx="312468" cy="312468"/>
            </p14:xfrm>
          </p:contentPart>
        </mc:Choice>
        <mc:Fallback/>
      </mc:AlternateContent>
      <mc:AlternateContent xmlns:mc="http://schemas.openxmlformats.org/markup-compatibility/2006">
        <mc:Choice xmlns:p14="http://schemas.microsoft.com/office/powerpoint/2010/main" Requires="p14">
          <p:contentPart r:id="rId109">
            <p14:nvContentPartPr>
              <p14:cNvPr id="366" name="Mobile phone user"/>
              <p14:cNvContentPartPr>
                <a14:cpLocks xmlns:a14="http://schemas.microsoft.com/office/drawing/2010/main" noSelect="1" noChangeArrowheads="1"/>
              </p14:cNvContentPartPr>
              <p14:nvPr/>
            </p14:nvContentPartPr>
            <p14:xfrm>
              <a:off x="8720680" y="4455513"/>
              <a:ext cx="447684" cy="682469"/>
            </p14:xfrm>
          </p:contentPart>
        </mc:Choice>
        <mc:Fallback/>
      </mc:AlternateContent>
      <mc:AlternateContent xmlns:mc="http://schemas.openxmlformats.org/markup-compatibility/2006">
        <mc:Choice xmlns:p14="http://schemas.microsoft.com/office/powerpoint/2010/main" Requires="p14">
          <p:contentPart r:id="rId110">
            <p14:nvContentPartPr>
              <p14:cNvPr id="367" name="Mobile phone user"/>
              <p14:cNvContentPartPr>
                <a14:cpLocks xmlns:a14="http://schemas.microsoft.com/office/drawing/2010/main" noSelect="1" noChangeArrowheads="1"/>
              </p14:cNvContentPartPr>
              <p14:nvPr/>
            </p14:nvContentPartPr>
            <p14:xfrm>
              <a:off x="8744301" y="4487942"/>
              <a:ext cx="423223" cy="852080"/>
            </p14:xfrm>
          </p:contentPart>
        </mc:Choice>
        <mc:Fallback/>
      </mc:AlternateContent>
      <mc:AlternateContent xmlns:mc="http://schemas.openxmlformats.org/markup-compatibility/2006">
        <mc:Choice xmlns:p14="http://schemas.microsoft.com/office/powerpoint/2010/main" Requires="p14">
          <p:contentPart r:id="rId111">
            <p14:nvContentPartPr>
              <p14:cNvPr id="368" name="Mobile phone user"/>
              <p14:cNvContentPartPr>
                <a14:cpLocks xmlns:a14="http://schemas.microsoft.com/office/drawing/2010/main" noSelect="1" noChangeArrowheads="1"/>
              </p14:cNvContentPartPr>
              <p14:nvPr/>
            </p14:nvContentPartPr>
            <p14:xfrm>
              <a:off x="8628900" y="4378594"/>
              <a:ext cx="480782" cy="846094"/>
            </p14:xfrm>
          </p:contentPart>
        </mc:Choice>
        <mc:Fallback/>
      </mc:AlternateContent>
      <mc:AlternateContent xmlns:mc="http://schemas.openxmlformats.org/markup-compatibility/2006">
        <mc:Choice xmlns:p14="http://schemas.microsoft.com/office/powerpoint/2010/main" Requires="p14">
          <p:contentPart r:id="rId112">
            <p14:nvContentPartPr>
              <p14:cNvPr id="369" name="Mobile phone user"/>
              <p14:cNvContentPartPr>
                <a14:cpLocks xmlns:a14="http://schemas.microsoft.com/office/drawing/2010/main" noSelect="1" noChangeArrowheads="1"/>
              </p14:cNvContentPartPr>
              <p14:nvPr/>
            </p14:nvContentPartPr>
            <p14:xfrm>
              <a:off x="8903909" y="4645320"/>
              <a:ext cx="265210" cy="469527"/>
            </p14:xfrm>
          </p:contentPart>
        </mc:Choice>
        <mc:Fallback/>
      </mc:AlternateContent>
    </p:spTree>
    <p:extLst>
      <p:ext uri="{BB962C8B-B14F-4D97-AF65-F5344CB8AC3E}">
        <p14:creationId xmlns:p14="http://schemas.microsoft.com/office/powerpoint/2010/main" val="184493719"/>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6" name="Rectangle"/>
          <p:cNvSpPr>
            <a:spLocks/>
          </p:cNvSpPr>
          <p:nvPr/>
        </p:nvSpPr>
        <p:spPr>
          <a:xfrm rot="0">
            <a:off x="496119" y="381595"/>
            <a:ext cx="8151763" cy="24229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500" b="0" i="0" u="none" strike="noStrike" kern="1200" cap="none" spc="0" baseline="0">
                <a:solidFill>
                  <a:srgbClr val="1B1B27"/>
                </a:solidFill>
                <a:latin typeface="Raleway" pitchFamily="34" charset="0"/>
                <a:ea typeface="Raleway" pitchFamily="34" charset="0"/>
                <a:cs typeface="Raleway" pitchFamily="34" charset="0"/>
              </a:rPr>
              <a:t>Project Architecture</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57" name="Rectangle"/>
          <p:cNvSpPr>
            <a:spLocks/>
          </p:cNvSpPr>
          <p:nvPr/>
        </p:nvSpPr>
        <p:spPr>
          <a:xfrm rot="0">
            <a:off x="496119" y="720775"/>
            <a:ext cx="8608963" cy="100756"/>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1" i="0" u="none" strike="noStrike" kern="1200" cap="none" spc="0" baseline="0">
                <a:solidFill>
                  <a:srgbClr val="3C3939"/>
                </a:solidFill>
                <a:latin typeface="Roboto Bold" pitchFamily="34" charset="0"/>
                <a:ea typeface="Roboto Bold" pitchFamily="34" charset="0"/>
                <a:cs typeface="Roboto Bold" pitchFamily="34" charset="0"/>
              </a:rPr>
              <a:t>Components:</a:t>
            </a:r>
            <a:r>
              <a:rPr lang="en-US" altLang="zh-CN" sz="600" b="0" i="0" u="none" strike="noStrike" kern="1200" cap="none" spc="0" baseline="0">
                <a:solidFill>
                  <a:srgbClr val="3C3939"/>
                </a:solidFill>
                <a:latin typeface="Roboto" pitchFamily="34" charset="0"/>
                <a:ea typeface="Roboto" pitchFamily="34" charset="0"/>
                <a:cs typeface="Roboto" pitchFamily="34" charset="0"/>
              </a:rPr>
              <a:t> React Frontend · FastAPI Backend · AI Analysis Module · User Interface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58" name="Image" descr="preencoded.png"/>
          <p:cNvPicPr>
            <a:picLocks noChangeAspect="1"/>
          </p:cNvPicPr>
          <p:nvPr/>
        </p:nvPicPr>
        <p:blipFill>
          <a:blip r:embed="rId1" cstate="print"/>
          <a:stretch>
            <a:fillRect/>
          </a:stretch>
        </p:blipFill>
        <p:spPr>
          <a:xfrm rot="0">
            <a:off x="496119" y="876002"/>
            <a:ext cx="8151763" cy="3730600"/>
          </a:xfrm>
          <a:prstGeom prst="rect"/>
          <a:noFill/>
          <a:ln w="12700" cmpd="sng" cap="flat">
            <a:noFill/>
            <a:prstDash val="solid"/>
            <a:miter/>
          </a:ln>
        </p:spPr>
      </p:pic>
      <p:sp>
        <p:nvSpPr>
          <p:cNvPr id="59" name="Rectangle"/>
          <p:cNvSpPr>
            <a:spLocks/>
          </p:cNvSpPr>
          <p:nvPr/>
        </p:nvSpPr>
        <p:spPr>
          <a:xfrm rot="0">
            <a:off x="6467310" y="1382644"/>
            <a:ext cx="1803245" cy="225406"/>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400" b="0" i="0" u="none" strike="noStrike" kern="1200" cap="none" spc="0" baseline="0">
                <a:solidFill>
                  <a:srgbClr val="3C3939"/>
                </a:solidFill>
                <a:latin typeface="Raleway" pitchFamily="34" charset="0"/>
                <a:ea typeface="Raleway" pitchFamily="34" charset="0"/>
                <a:cs typeface="Raleway" pitchFamily="34" charset="0"/>
              </a:rPr>
              <a:t>User Interaction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60" name="Rectangle"/>
          <p:cNvSpPr>
            <a:spLocks/>
          </p:cNvSpPr>
          <p:nvPr/>
        </p:nvSpPr>
        <p:spPr>
          <a:xfrm rot="0">
            <a:off x="6467310" y="1672165"/>
            <a:ext cx="1987578" cy="293027"/>
          </a:xfrm>
          <a:prstGeom prst="rect"/>
          <a:noFill/>
          <a:ln w="12700" cmpd="sng" cap="flat">
            <a:noFill/>
            <a:prstDash val="solid"/>
            <a:miter/>
          </a:ln>
        </p:spPr>
        <p:txBody>
          <a:bodyPr vert="horz" wrap="square" lIns="0" tIns="0" rIns="0" bIns="0" anchor="t" anchorCtr="0">
            <a:prstTxWarp prst="textNoShape"/>
          </a:bodyPr>
          <a:lstStyle/>
          <a:p>
            <a:pPr marL="0" indent="0" algn="l">
              <a:lnSpc>
                <a:spcPct val="85000"/>
              </a:lnSpc>
              <a:spcBef>
                <a:spcPts val="0"/>
              </a:spcBef>
              <a:spcAft>
                <a:spcPts val="0"/>
              </a:spcAft>
              <a:buNone/>
            </a:pPr>
            <a:r>
              <a:rPr lang="en-US" altLang="zh-CN" sz="1100" b="0" i="0" u="none" strike="noStrike" kern="1200" cap="none" spc="0" baseline="0">
                <a:solidFill>
                  <a:srgbClr val="3C3939"/>
                </a:solidFill>
                <a:latin typeface="Roboto" pitchFamily="34" charset="0"/>
                <a:ea typeface="Roboto" pitchFamily="34" charset="0"/>
                <a:cs typeface="Roboto" pitchFamily="34" charset="0"/>
              </a:rPr>
              <a:t>React frontend captures input and shows results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61" name="Rectangle"/>
          <p:cNvSpPr>
            <a:spLocks/>
          </p:cNvSpPr>
          <p:nvPr/>
        </p:nvSpPr>
        <p:spPr>
          <a:xfrm rot="0">
            <a:off x="712951" y="2608852"/>
            <a:ext cx="1803247" cy="225406"/>
          </a:xfrm>
          <a:prstGeom prst="rect"/>
          <a:noFill/>
          <a:ln w="12700" cmpd="sng" cap="flat">
            <a:noFill/>
            <a:prstDash val="solid"/>
            <a:miter/>
          </a:ln>
        </p:spPr>
        <p:txBody>
          <a:bodyPr vert="horz" wrap="none" lIns="0" tIns="0" rIns="0" bIns="0" anchor="t" anchorCtr="0">
            <a:prstTxWarp prst="textNoShape"/>
          </a:bodyPr>
          <a:lstStyle/>
          <a:p>
            <a:pPr marL="0" indent="0" algn="r">
              <a:lnSpc>
                <a:spcPct val="104000"/>
              </a:lnSpc>
              <a:spcBef>
                <a:spcPts val="0"/>
              </a:spcBef>
              <a:spcAft>
                <a:spcPts val="0"/>
              </a:spcAft>
              <a:buNone/>
            </a:pPr>
            <a:r>
              <a:rPr lang="en-US" altLang="zh-CN" sz="1400" b="0" i="0" u="none" strike="noStrike" kern="1200" cap="none" spc="0" baseline="0">
                <a:solidFill>
                  <a:srgbClr val="3C3939"/>
                </a:solidFill>
                <a:latin typeface="Raleway" pitchFamily="34" charset="0"/>
                <a:ea typeface="Raleway" pitchFamily="34" charset="0"/>
                <a:cs typeface="Raleway" pitchFamily="34" charset="0"/>
              </a:rPr>
              <a:t>Application Backend</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62" name="Rectangle"/>
          <p:cNvSpPr>
            <a:spLocks/>
          </p:cNvSpPr>
          <p:nvPr/>
        </p:nvSpPr>
        <p:spPr>
          <a:xfrm rot="0">
            <a:off x="688908" y="2898373"/>
            <a:ext cx="1827290" cy="293027"/>
          </a:xfrm>
          <a:prstGeom prst="rect"/>
          <a:noFill/>
          <a:ln w="12700" cmpd="sng" cap="flat">
            <a:noFill/>
            <a:prstDash val="solid"/>
            <a:miter/>
          </a:ln>
        </p:spPr>
        <p:txBody>
          <a:bodyPr vert="horz" wrap="square" lIns="0" tIns="0" rIns="0" bIns="0" anchor="t" anchorCtr="0">
            <a:prstTxWarp prst="textNoShape"/>
          </a:bodyPr>
          <a:lstStyle/>
          <a:p>
            <a:pPr marL="0" indent="0" algn="r">
              <a:lnSpc>
                <a:spcPct val="85000"/>
              </a:lnSpc>
              <a:spcBef>
                <a:spcPts val="0"/>
              </a:spcBef>
              <a:spcAft>
                <a:spcPts val="0"/>
              </a:spcAft>
              <a:buNone/>
            </a:pPr>
            <a:r>
              <a:rPr lang="en-US" altLang="zh-CN" sz="1100" b="0" i="0" u="none" strike="noStrike" kern="1200" cap="none" spc="0" baseline="0">
                <a:solidFill>
                  <a:srgbClr val="3C3939"/>
                </a:solidFill>
                <a:latin typeface="Roboto" pitchFamily="34" charset="0"/>
                <a:ea typeface="Roboto" pitchFamily="34" charset="0"/>
                <a:cs typeface="Roboto" pitchFamily="34" charset="0"/>
              </a:rPr>
              <a:t>FastAPI handles requests and orchestrates AI</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63" name="Rectangle"/>
          <p:cNvSpPr>
            <a:spLocks/>
          </p:cNvSpPr>
          <p:nvPr/>
        </p:nvSpPr>
        <p:spPr>
          <a:xfrm rot="0">
            <a:off x="6467310" y="3241992"/>
            <a:ext cx="1803245" cy="225406"/>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400" b="0" i="0" u="none" strike="noStrike" kern="1200" cap="none" spc="0" baseline="0">
                <a:solidFill>
                  <a:srgbClr val="3C3939"/>
                </a:solidFill>
                <a:latin typeface="Raleway" pitchFamily="34" charset="0"/>
                <a:ea typeface="Raleway" pitchFamily="34" charset="0"/>
                <a:cs typeface="Raleway" pitchFamily="34" charset="0"/>
              </a:rPr>
              <a:t>Core Analysis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64" name="Rectangle"/>
          <p:cNvSpPr>
            <a:spLocks/>
          </p:cNvSpPr>
          <p:nvPr/>
        </p:nvSpPr>
        <p:spPr>
          <a:xfrm rot="0">
            <a:off x="6467310" y="3531512"/>
            <a:ext cx="1987578" cy="293027"/>
          </a:xfrm>
          <a:prstGeom prst="rect"/>
          <a:noFill/>
          <a:ln w="12700" cmpd="sng" cap="flat">
            <a:noFill/>
            <a:prstDash val="solid"/>
            <a:miter/>
          </a:ln>
        </p:spPr>
        <p:txBody>
          <a:bodyPr vert="horz" wrap="square" lIns="0" tIns="0" rIns="0" bIns="0" anchor="t" anchorCtr="0">
            <a:prstTxWarp prst="textNoShape"/>
          </a:bodyPr>
          <a:lstStyle/>
          <a:p>
            <a:pPr marL="0" indent="0" algn="l">
              <a:lnSpc>
                <a:spcPct val="85000"/>
              </a:lnSpc>
              <a:spcBef>
                <a:spcPts val="0"/>
              </a:spcBef>
              <a:spcAft>
                <a:spcPts val="0"/>
              </a:spcAft>
              <a:buNone/>
            </a:pPr>
            <a:r>
              <a:rPr lang="en-US" altLang="zh-CN" sz="1100" b="0" i="0" u="none" strike="noStrike" kern="1200" cap="none" spc="0" baseline="0">
                <a:solidFill>
                  <a:srgbClr val="3C3939"/>
                </a:solidFill>
                <a:latin typeface="Roboto" pitchFamily="34" charset="0"/>
                <a:ea typeface="Roboto" pitchFamily="34" charset="0"/>
                <a:cs typeface="Roboto" pitchFamily="34" charset="0"/>
              </a:rPr>
              <a:t>AI Analysis Service producing insights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65" name="Rectangle"/>
          <p:cNvSpPr>
            <a:spLocks/>
          </p:cNvSpPr>
          <p:nvPr/>
        </p:nvSpPr>
        <p:spPr>
          <a:xfrm rot="0">
            <a:off x="496119" y="4661074"/>
            <a:ext cx="8608963" cy="100757"/>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3C3939"/>
                </a:solidFill>
                <a:latin typeface="Roboto" pitchFamily="34" charset="0"/>
                <a:ea typeface="Roboto" pitchFamily="34" charset="0"/>
                <a:cs typeface="Roboto" pitchFamily="34" charset="0"/>
              </a:rPr>
              <a:t>The system is structured as a layered pipeline — user input flows from the React frontend through the FastAPI backend into the AI Analysis Service, which returns structured results and security recommendations back to the user interface.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2">
            <p14:nvContentPartPr>
              <p14:cNvPr id="370" name="Mobile phone user"/>
              <p14:cNvContentPartPr>
                <a14:cpLocks xmlns:a14="http://schemas.microsoft.com/office/drawing/2010/main" noSelect="1" noChangeArrowheads="1"/>
              </p14:cNvContentPartPr>
              <p14:nvPr/>
            </p14:nvContentPartPr>
            <p14:xfrm>
              <a:off x="8772693" y="4905602"/>
              <a:ext cx="312468" cy="312468"/>
            </p14:xfrm>
          </p:contentPart>
        </mc:Choice>
        <mc:Fallback/>
      </mc:AlternateContent>
      <mc:AlternateContent xmlns:mc="http://schemas.openxmlformats.org/markup-compatibility/2006">
        <mc:Choice xmlns:p14="http://schemas.microsoft.com/office/powerpoint/2010/main" Requires="p14">
          <p:contentPart r:id="rId3">
            <p14:nvContentPartPr>
              <p14:cNvPr id="371" name="Mobile phone user"/>
              <p14:cNvContentPartPr>
                <a14:cpLocks xmlns:a14="http://schemas.microsoft.com/office/drawing/2010/main" noSelect="1" noChangeArrowheads="1"/>
              </p14:cNvContentPartPr>
              <p14:nvPr/>
            </p14:nvContentPartPr>
            <p14:xfrm>
              <a:off x="7805837" y="4703909"/>
              <a:ext cx="1432018" cy="404115"/>
            </p14:xfrm>
          </p:contentPart>
        </mc:Choice>
        <mc:Fallback/>
      </mc:AlternateContent>
      <mc:AlternateContent xmlns:mc="http://schemas.openxmlformats.org/markup-compatibility/2006">
        <mc:Choice xmlns:p14="http://schemas.microsoft.com/office/powerpoint/2010/main" Requires="p14">
          <p:contentPart r:id="rId4">
            <p14:nvContentPartPr>
              <p14:cNvPr id="372" name="Mobile phone user"/>
              <p14:cNvContentPartPr>
                <a14:cpLocks xmlns:a14="http://schemas.microsoft.com/office/drawing/2010/main" noSelect="1" noChangeArrowheads="1"/>
              </p14:cNvContentPartPr>
              <p14:nvPr/>
            </p14:nvContentPartPr>
            <p14:xfrm>
              <a:off x="7934390" y="4807062"/>
              <a:ext cx="972564" cy="272859"/>
            </p14:xfrm>
          </p:contentPart>
        </mc:Choice>
        <mc:Fallback/>
      </mc:AlternateContent>
      <mc:AlternateContent xmlns:mc="http://schemas.openxmlformats.org/markup-compatibility/2006">
        <mc:Choice xmlns:p14="http://schemas.microsoft.com/office/powerpoint/2010/main" Requires="p14">
          <p:contentPart r:id="rId5">
            <p14:nvContentPartPr>
              <p14:cNvPr id="373" name="Mobile phone user"/>
              <p14:cNvContentPartPr>
                <a14:cpLocks xmlns:a14="http://schemas.microsoft.com/office/drawing/2010/main" noSelect="1" noChangeArrowheads="1"/>
              </p14:cNvContentPartPr>
              <p14:nvPr/>
            </p14:nvContentPartPr>
            <p14:xfrm>
              <a:off x="8029452" y="4899070"/>
              <a:ext cx="757980" cy="266575"/>
            </p14:xfrm>
          </p:contentPart>
        </mc:Choice>
        <mc:Fallback/>
      </mc:AlternateContent>
      <mc:AlternateContent xmlns:mc="http://schemas.openxmlformats.org/markup-compatibility/2006">
        <mc:Choice xmlns:p14="http://schemas.microsoft.com/office/powerpoint/2010/main" Requires="p14">
          <p:contentPart r:id="rId6">
            <p14:nvContentPartPr>
              <p14:cNvPr id="374" name="Mobile phone user"/>
              <p14:cNvContentPartPr>
                <a14:cpLocks xmlns:a14="http://schemas.microsoft.com/office/drawing/2010/main" noSelect="1" noChangeArrowheads="1"/>
              </p14:cNvContentPartPr>
              <p14:nvPr/>
            </p14:nvContentPartPr>
            <p14:xfrm>
              <a:off x="7962778" y="4810051"/>
              <a:ext cx="787388" cy="304795"/>
            </p14:xfrm>
          </p:contentPart>
        </mc:Choice>
        <mc:Fallback/>
      </mc:AlternateContent>
      <mc:AlternateContent xmlns:mc="http://schemas.openxmlformats.org/markup-compatibility/2006">
        <mc:Choice xmlns:p14="http://schemas.microsoft.com/office/powerpoint/2010/main" Requires="p14">
          <p:contentPart r:id="rId7">
            <p14:nvContentPartPr>
              <p14:cNvPr id="376" name="Mobile phone user"/>
              <p14:cNvContentPartPr>
                <a14:cpLocks xmlns:a14="http://schemas.microsoft.com/office/drawing/2010/main" noSelect="1" noChangeArrowheads="1"/>
              </p14:cNvContentPartPr>
              <p14:nvPr/>
            </p14:nvContentPartPr>
            <p14:xfrm>
              <a:off x="8660822" y="4833809"/>
              <a:ext cx="378484" cy="309495"/>
            </p14:xfrm>
          </p:contentPart>
        </mc:Choice>
        <mc:Fallback/>
      </mc:AlternateContent>
      <mc:AlternateContent xmlns:mc="http://schemas.openxmlformats.org/markup-compatibility/2006">
        <mc:Choice xmlns:p14="http://schemas.microsoft.com/office/powerpoint/2010/main" Requires="p14">
          <p:contentPart r:id="rId8">
            <p14:nvContentPartPr>
              <p14:cNvPr id="377" name="Mobile phone user"/>
              <p14:cNvContentPartPr>
                <a14:cpLocks xmlns:a14="http://schemas.microsoft.com/office/drawing/2010/main" noSelect="1" noChangeArrowheads="1"/>
              </p14:cNvContentPartPr>
              <p14:nvPr/>
            </p14:nvContentPartPr>
            <p14:xfrm>
              <a:off x="8048662" y="4750747"/>
              <a:ext cx="1157586" cy="393564"/>
            </p14:xfrm>
          </p:contentPart>
        </mc:Choice>
        <mc:Fallback/>
      </mc:AlternateContent>
      <mc:AlternateContent xmlns:mc="http://schemas.openxmlformats.org/markup-compatibility/2006">
        <mc:Choice xmlns:p14="http://schemas.microsoft.com/office/powerpoint/2010/main" Requires="p14">
          <p:contentPart r:id="rId9">
            <p14:nvContentPartPr>
              <p14:cNvPr id="378" name="Mobile phone user"/>
              <p14:cNvContentPartPr>
                <a14:cpLocks xmlns:a14="http://schemas.microsoft.com/office/drawing/2010/main" noSelect="1" noChangeArrowheads="1"/>
              </p14:cNvContentPartPr>
              <p14:nvPr/>
            </p14:nvContentPartPr>
            <p14:xfrm>
              <a:off x="8268948" y="4757088"/>
              <a:ext cx="1060170" cy="380873"/>
            </p14:xfrm>
          </p:contentPart>
        </mc:Choice>
        <mc:Fallback/>
      </mc:AlternateContent>
      <mc:AlternateContent xmlns:mc="http://schemas.openxmlformats.org/markup-compatibility/2006">
        <mc:Choice xmlns:p14="http://schemas.microsoft.com/office/powerpoint/2010/main" Requires="p14">
          <p:contentPart r:id="rId10">
            <p14:nvContentPartPr>
              <p14:cNvPr id="379" name="Mobile phone user"/>
              <p14:cNvContentPartPr>
                <a14:cpLocks xmlns:a14="http://schemas.microsoft.com/office/drawing/2010/main" noSelect="1" noChangeArrowheads="1"/>
              </p14:cNvContentPartPr>
              <p14:nvPr/>
            </p14:nvContentPartPr>
            <p14:xfrm>
              <a:off x="8226917" y="4829991"/>
              <a:ext cx="1113842" cy="327019"/>
            </p14:xfrm>
          </p:contentPart>
        </mc:Choice>
        <mc:Fallback/>
      </mc:AlternateContent>
      <mc:AlternateContent xmlns:mc="http://schemas.openxmlformats.org/markup-compatibility/2006">
        <mc:Choice xmlns:p14="http://schemas.microsoft.com/office/powerpoint/2010/main" Requires="p14">
          <p:contentPart r:id="rId11">
            <p14:nvContentPartPr>
              <p14:cNvPr id="380" name="Mobile phone user"/>
              <p14:cNvContentPartPr>
                <a14:cpLocks xmlns:a14="http://schemas.microsoft.com/office/drawing/2010/main" noSelect="1" noChangeArrowheads="1"/>
              </p14:cNvContentPartPr>
              <p14:nvPr/>
            </p14:nvContentPartPr>
            <p14:xfrm>
              <a:off x="8104166" y="4775296"/>
              <a:ext cx="1385477" cy="391239"/>
            </p14:xfrm>
          </p:contentPart>
        </mc:Choice>
        <mc:Fallback/>
      </mc:AlternateContent>
      <mc:AlternateContent xmlns:mc="http://schemas.openxmlformats.org/markup-compatibility/2006">
        <mc:Choice xmlns:p14="http://schemas.microsoft.com/office/powerpoint/2010/main" Requires="p14">
          <p:contentPart r:id="rId12">
            <p14:nvContentPartPr>
              <p14:cNvPr id="381" name="Mobile phone user"/>
              <p14:cNvContentPartPr>
                <a14:cpLocks xmlns:a14="http://schemas.microsoft.com/office/drawing/2010/main" noSelect="1" noChangeArrowheads="1"/>
              </p14:cNvContentPartPr>
              <p14:nvPr/>
            </p14:nvContentPartPr>
            <p14:xfrm>
              <a:off x="7973983" y="4697647"/>
              <a:ext cx="1217687" cy="367290"/>
            </p14:xfrm>
          </p:contentPart>
        </mc:Choice>
        <mc:Fallback/>
      </mc:AlternateContent>
      <mc:AlternateContent xmlns:mc="http://schemas.openxmlformats.org/markup-compatibility/2006">
        <mc:Choice xmlns:p14="http://schemas.microsoft.com/office/powerpoint/2010/main" Requires="p14">
          <p:contentPart r:id="rId13">
            <p14:nvContentPartPr>
              <p14:cNvPr id="382" name="Mobile phone user"/>
              <p14:cNvContentPartPr>
                <a14:cpLocks xmlns:a14="http://schemas.microsoft.com/office/drawing/2010/main" noSelect="1" noChangeArrowheads="1"/>
              </p14:cNvContentPartPr>
              <p14:nvPr/>
            </p14:nvContentPartPr>
            <p14:xfrm>
              <a:off x="8106873" y="4722042"/>
              <a:ext cx="1345785" cy="358769"/>
            </p14:xfrm>
          </p:contentPart>
        </mc:Choice>
        <mc:Fallback/>
      </mc:AlternateContent>
      <mc:AlternateContent xmlns:mc="http://schemas.openxmlformats.org/markup-compatibility/2006">
        <mc:Choice xmlns:p14="http://schemas.microsoft.com/office/powerpoint/2010/main" Requires="p14">
          <p:contentPart r:id="rId14">
            <p14:nvContentPartPr>
              <p14:cNvPr id="383" name="Mobile phone user"/>
              <p14:cNvContentPartPr>
                <a14:cpLocks xmlns:a14="http://schemas.microsoft.com/office/drawing/2010/main" noSelect="1" noChangeArrowheads="1"/>
              </p14:cNvContentPartPr>
              <p14:nvPr/>
            </p14:nvContentPartPr>
            <p14:xfrm>
              <a:off x="8055549" y="4769666"/>
              <a:ext cx="1276547" cy="317495"/>
            </p14:xfrm>
          </p:contentPart>
        </mc:Choice>
        <mc:Fallback/>
      </mc:AlternateContent>
      <mc:AlternateContent xmlns:mc="http://schemas.openxmlformats.org/markup-compatibility/2006">
        <mc:Choice xmlns:p14="http://schemas.microsoft.com/office/powerpoint/2010/main" Requires="p14">
          <p:contentPart r:id="rId15">
            <p14:nvContentPartPr>
              <p14:cNvPr id="384" name="Mobile phone user"/>
              <p14:cNvContentPartPr>
                <a14:cpLocks xmlns:a14="http://schemas.microsoft.com/office/drawing/2010/main" noSelect="1" noChangeArrowheads="1"/>
              </p14:cNvContentPartPr>
              <p14:nvPr/>
            </p14:nvContentPartPr>
            <p14:xfrm>
              <a:off x="8059159" y="4817291"/>
              <a:ext cx="1111610" cy="317495"/>
            </p14:xfrm>
          </p:contentPart>
        </mc:Choice>
        <mc:Fallback/>
      </mc:AlternateContent>
      <mc:AlternateContent xmlns:mc="http://schemas.openxmlformats.org/markup-compatibility/2006">
        <mc:Choice xmlns:p14="http://schemas.microsoft.com/office/powerpoint/2010/main" Requires="p14">
          <p:contentPart r:id="rId16">
            <p14:nvContentPartPr>
              <p14:cNvPr id="385" name="Mobile phone user"/>
              <p14:cNvContentPartPr>
                <a14:cpLocks xmlns:a14="http://schemas.microsoft.com/office/drawing/2010/main" noSelect="1" noChangeArrowheads="1"/>
              </p14:cNvContentPartPr>
              <p14:nvPr/>
            </p14:nvContentPartPr>
            <p14:xfrm>
              <a:off x="7819015" y="4852215"/>
              <a:ext cx="971535" cy="253996"/>
            </p14:xfrm>
          </p:contentPart>
        </mc:Choice>
        <mc:Fallback/>
      </mc:AlternateContent>
      <mc:AlternateContent xmlns:mc="http://schemas.openxmlformats.org/markup-compatibility/2006">
        <mc:Choice xmlns:p14="http://schemas.microsoft.com/office/powerpoint/2010/main" Requires="p14">
          <p:contentPart r:id="rId17">
            <p14:nvContentPartPr>
              <p14:cNvPr id="386" name="Mobile phone user"/>
              <p14:cNvContentPartPr>
                <a14:cpLocks xmlns:a14="http://schemas.microsoft.com/office/drawing/2010/main" noSelect="1" noChangeArrowheads="1"/>
              </p14:cNvContentPartPr>
              <p14:nvPr/>
            </p14:nvContentPartPr>
            <p14:xfrm>
              <a:off x="7886262" y="4738490"/>
              <a:ext cx="940037" cy="266123"/>
            </p14:xfrm>
          </p:contentPart>
        </mc:Choice>
        <mc:Fallback/>
      </mc:AlternateContent>
      <mc:AlternateContent xmlns:mc="http://schemas.openxmlformats.org/markup-compatibility/2006">
        <mc:Choice xmlns:p14="http://schemas.microsoft.com/office/powerpoint/2010/main" Requires="p14">
          <p:contentPart r:id="rId18">
            <p14:nvContentPartPr>
              <p14:cNvPr id="387" name="Mobile phone user"/>
              <p14:cNvContentPartPr>
                <a14:cpLocks xmlns:a14="http://schemas.microsoft.com/office/drawing/2010/main" noSelect="1" noChangeArrowheads="1"/>
              </p14:cNvContentPartPr>
              <p14:nvPr/>
            </p14:nvContentPartPr>
            <p14:xfrm>
              <a:off x="8279383" y="4741092"/>
              <a:ext cx="504817" cy="253996"/>
            </p14:xfrm>
          </p:contentPart>
        </mc:Choice>
        <mc:Fallback/>
      </mc:AlternateContent>
      <mc:AlternateContent xmlns:mc="http://schemas.openxmlformats.org/markup-compatibility/2006">
        <mc:Choice xmlns:p14="http://schemas.microsoft.com/office/powerpoint/2010/main" Requires="p14">
          <p:contentPart r:id="rId19">
            <p14:nvContentPartPr>
              <p14:cNvPr id="388" name="Mobile phone user"/>
              <p14:cNvContentPartPr>
                <a14:cpLocks xmlns:a14="http://schemas.microsoft.com/office/drawing/2010/main" noSelect="1" noChangeArrowheads="1"/>
              </p14:cNvContentPartPr>
              <p14:nvPr/>
            </p14:nvContentPartPr>
            <p14:xfrm>
              <a:off x="8598070" y="4848452"/>
              <a:ext cx="312468" cy="312468"/>
            </p14:xfrm>
          </p:contentPart>
        </mc:Choice>
        <mc:Fallback/>
      </mc:AlternateContent>
    </p:spTree>
    <p:extLst>
      <p:ext uri="{BB962C8B-B14F-4D97-AF65-F5344CB8AC3E}">
        <p14:creationId xmlns:p14="http://schemas.microsoft.com/office/powerpoint/2010/main" val="633878436"/>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69" name="Rectangle"/>
          <p:cNvSpPr>
            <a:spLocks/>
          </p:cNvSpPr>
          <p:nvPr/>
        </p:nvSpPr>
        <p:spPr>
          <a:xfrm rot="0">
            <a:off x="496119" y="690860"/>
            <a:ext cx="8151763" cy="3875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400" b="0" i="0" u="none" strike="noStrike" kern="1200" cap="none" spc="0" baseline="0">
                <a:solidFill>
                  <a:srgbClr val="1B1B27"/>
                </a:solidFill>
                <a:latin typeface="Raleway" pitchFamily="34" charset="0"/>
                <a:ea typeface="Raleway" pitchFamily="34" charset="0"/>
                <a:cs typeface="Raleway" pitchFamily="34" charset="0"/>
              </a:rPr>
              <a:t>Project Workflow</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70" name="Rectangle"/>
          <p:cNvSpPr>
            <a:spLocks/>
          </p:cNvSpPr>
          <p:nvPr/>
        </p:nvSpPr>
        <p:spPr>
          <a:xfrm rot="0">
            <a:off x="496119" y="1326430"/>
            <a:ext cx="8608963"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3C3939"/>
                </a:solidFill>
                <a:latin typeface="Roboto Bold" pitchFamily="34" charset="0"/>
                <a:ea typeface="Roboto Bold" pitchFamily="34" charset="0"/>
                <a:cs typeface="Roboto Bold" pitchFamily="34" charset="0"/>
              </a:rPr>
              <a:t>Working Process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1" name="Rectangle"/>
          <p:cNvSpPr>
            <a:spLocks/>
          </p:cNvSpPr>
          <p:nvPr/>
        </p:nvSpPr>
        <p:spPr>
          <a:xfrm rot="0">
            <a:off x="496119" y="1664419"/>
            <a:ext cx="248022" cy="155004"/>
          </a:xfrm>
          <a:prstGeom prst="rect"/>
          <a:noFill/>
          <a:ln w="12700" cmpd="sng" cap="flat">
            <a:noFill/>
            <a:prstDash val="solid"/>
            <a:miter/>
          </a:ln>
        </p:spPr>
        <p:txBody>
          <a:bodyPr vert="horz" wrap="none" lIns="0" tIns="0" rIns="0" bIns="0" anchor="ctr" anchorCtr="0">
            <a:prstTxWarp prst="textNoShape"/>
          </a:bodyPr>
          <a:lstStyle/>
          <a:p>
            <a:pPr marL="0" indent="0" algn="l">
              <a:lnSpc>
                <a:spcPct val="100000"/>
              </a:lnSpc>
              <a:spcBef>
                <a:spcPts val="0"/>
              </a:spcBef>
              <a:spcAft>
                <a:spcPts val="0"/>
              </a:spcAft>
              <a:buNone/>
            </a:pPr>
            <a:r>
              <a:rPr lang="en-US" altLang="zh-CN" sz="950" b="0" i="0" u="none" strike="noStrike" kern="1200" cap="none" spc="0" baseline="0">
                <a:solidFill>
                  <a:srgbClr val="3C3939"/>
                </a:solidFill>
                <a:latin typeface="Raleway Light" pitchFamily="34" charset="0"/>
                <a:ea typeface="Raleway Light" pitchFamily="34" charset="0"/>
                <a:cs typeface="Raleway Light" pitchFamily="34" charset="0"/>
              </a:rPr>
              <a:t>01</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2" name="Rectangle"/>
          <p:cNvSpPr>
            <a:spLocks/>
          </p:cNvSpPr>
          <p:nvPr/>
        </p:nvSpPr>
        <p:spPr>
          <a:xfrm rot="0">
            <a:off x="496119" y="1860872"/>
            <a:ext cx="4013895" cy="14288"/>
          </a:xfrm>
          <a:prstGeom prst="rect"/>
          <a:solidFill>
            <a:srgbClr val="1B1B27"/>
          </a:solidFill>
          <a:ln w="12700" cmpd="sng" cap="flat">
            <a:noFill/>
            <a:prstDash val="solid"/>
            <a:miter/>
          </a:ln>
        </p:spPr>
      </p:sp>
      <p:sp>
        <p:nvSpPr>
          <p:cNvPr id="73" name="Rectangle"/>
          <p:cNvSpPr>
            <a:spLocks/>
          </p:cNvSpPr>
          <p:nvPr/>
        </p:nvSpPr>
        <p:spPr>
          <a:xfrm rot="0">
            <a:off x="496119" y="1951433"/>
            <a:ext cx="4013895"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Incident Entry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74" name="Rectangle"/>
          <p:cNvSpPr>
            <a:spLocks/>
          </p:cNvSpPr>
          <p:nvPr/>
        </p:nvSpPr>
        <p:spPr>
          <a:xfrm rot="0">
            <a:off x="496119" y="2219697"/>
            <a:ext cx="4013895"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User enters the cybersecurity incident.</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5" name="Rectangle"/>
          <p:cNvSpPr>
            <a:spLocks/>
          </p:cNvSpPr>
          <p:nvPr/>
        </p:nvSpPr>
        <p:spPr>
          <a:xfrm rot="0">
            <a:off x="4633987" y="1664419"/>
            <a:ext cx="248022" cy="155004"/>
          </a:xfrm>
          <a:prstGeom prst="rect"/>
          <a:noFill/>
          <a:ln w="12700" cmpd="sng" cap="flat">
            <a:noFill/>
            <a:prstDash val="solid"/>
            <a:miter/>
          </a:ln>
        </p:spPr>
        <p:txBody>
          <a:bodyPr vert="horz" wrap="none" lIns="0" tIns="0" rIns="0" bIns="0" anchor="ctr" anchorCtr="0">
            <a:prstTxWarp prst="textNoShape"/>
          </a:bodyPr>
          <a:lstStyle/>
          <a:p>
            <a:pPr marL="0" indent="0" algn="l">
              <a:lnSpc>
                <a:spcPct val="100000"/>
              </a:lnSpc>
              <a:spcBef>
                <a:spcPts val="0"/>
              </a:spcBef>
              <a:spcAft>
                <a:spcPts val="0"/>
              </a:spcAft>
              <a:buNone/>
            </a:pPr>
            <a:r>
              <a:rPr lang="en-US" altLang="zh-CN" sz="950" b="0" i="0" u="none" strike="noStrike" kern="1200" cap="none" spc="0" baseline="0">
                <a:solidFill>
                  <a:srgbClr val="3C3939"/>
                </a:solidFill>
                <a:latin typeface="Raleway Light" pitchFamily="34" charset="0"/>
                <a:ea typeface="Raleway Light" pitchFamily="34" charset="0"/>
                <a:cs typeface="Raleway Light" pitchFamily="34" charset="0"/>
              </a:rPr>
              <a:t>02</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6" name="Rectangle"/>
          <p:cNvSpPr>
            <a:spLocks/>
          </p:cNvSpPr>
          <p:nvPr/>
        </p:nvSpPr>
        <p:spPr>
          <a:xfrm rot="0">
            <a:off x="4633987" y="1860872"/>
            <a:ext cx="4013895" cy="14288"/>
          </a:xfrm>
          <a:prstGeom prst="rect"/>
          <a:solidFill>
            <a:srgbClr val="1B1B27"/>
          </a:solidFill>
          <a:ln w="12700" cmpd="sng" cap="flat">
            <a:noFill/>
            <a:prstDash val="solid"/>
            <a:miter/>
          </a:ln>
        </p:spPr>
      </p:sp>
      <p:sp>
        <p:nvSpPr>
          <p:cNvPr id="77" name="Rectangle"/>
          <p:cNvSpPr>
            <a:spLocks/>
          </p:cNvSpPr>
          <p:nvPr/>
        </p:nvSpPr>
        <p:spPr>
          <a:xfrm rot="0">
            <a:off x="4633987" y="1951433"/>
            <a:ext cx="4013895"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Frontend Request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78" name="Rectangle"/>
          <p:cNvSpPr>
            <a:spLocks/>
          </p:cNvSpPr>
          <p:nvPr/>
        </p:nvSpPr>
        <p:spPr>
          <a:xfrm rot="0">
            <a:off x="4633987" y="2219697"/>
            <a:ext cx="4013895"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Frontend sends the request to the FastAPI backend.</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9" name="Rectangle"/>
          <p:cNvSpPr>
            <a:spLocks/>
          </p:cNvSpPr>
          <p:nvPr/>
        </p:nvSpPr>
        <p:spPr>
          <a:xfrm rot="0">
            <a:off x="496119" y="2635151"/>
            <a:ext cx="248022" cy="155003"/>
          </a:xfrm>
          <a:prstGeom prst="rect"/>
          <a:noFill/>
          <a:ln w="12700" cmpd="sng" cap="flat">
            <a:noFill/>
            <a:prstDash val="solid"/>
            <a:miter/>
          </a:ln>
        </p:spPr>
        <p:txBody>
          <a:bodyPr vert="horz" wrap="none" lIns="0" tIns="0" rIns="0" bIns="0" anchor="ctr" anchorCtr="0">
            <a:prstTxWarp prst="textNoShape"/>
          </a:bodyPr>
          <a:lstStyle/>
          <a:p>
            <a:pPr marL="0" indent="0" algn="l">
              <a:lnSpc>
                <a:spcPct val="100000"/>
              </a:lnSpc>
              <a:spcBef>
                <a:spcPts val="0"/>
              </a:spcBef>
              <a:spcAft>
                <a:spcPts val="0"/>
              </a:spcAft>
              <a:buNone/>
            </a:pPr>
            <a:r>
              <a:rPr lang="en-US" altLang="zh-CN" sz="950" b="0" i="0" u="none" strike="noStrike" kern="1200" cap="none" spc="0" baseline="0">
                <a:solidFill>
                  <a:srgbClr val="3C3939"/>
                </a:solidFill>
                <a:latin typeface="Raleway Light" pitchFamily="34" charset="0"/>
                <a:ea typeface="Raleway Light" pitchFamily="34" charset="0"/>
                <a:cs typeface="Raleway Light" pitchFamily="34" charset="0"/>
              </a:rPr>
              <a:t>03</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0" name="Rectangle"/>
          <p:cNvSpPr>
            <a:spLocks/>
          </p:cNvSpPr>
          <p:nvPr/>
        </p:nvSpPr>
        <p:spPr>
          <a:xfrm rot="0">
            <a:off x="496119" y="2831604"/>
            <a:ext cx="4013895" cy="14287"/>
          </a:xfrm>
          <a:prstGeom prst="rect"/>
          <a:solidFill>
            <a:srgbClr val="1B1B27"/>
          </a:solidFill>
          <a:ln w="12700" cmpd="sng" cap="flat">
            <a:noFill/>
            <a:prstDash val="solid"/>
            <a:miter/>
          </a:ln>
        </p:spPr>
      </p:sp>
      <p:sp>
        <p:nvSpPr>
          <p:cNvPr id="81" name="Rectangle"/>
          <p:cNvSpPr>
            <a:spLocks/>
          </p:cNvSpPr>
          <p:nvPr/>
        </p:nvSpPr>
        <p:spPr>
          <a:xfrm rot="0">
            <a:off x="496119" y="2922166"/>
            <a:ext cx="4013895"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Backend Forwarding</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82" name="Rectangle"/>
          <p:cNvSpPr>
            <a:spLocks/>
          </p:cNvSpPr>
          <p:nvPr/>
        </p:nvSpPr>
        <p:spPr>
          <a:xfrm rot="0">
            <a:off x="496119" y="3190429"/>
            <a:ext cx="4013895"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Backend forwards the incident to the AI analysis module.</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3" name="Rectangle"/>
          <p:cNvSpPr>
            <a:spLocks/>
          </p:cNvSpPr>
          <p:nvPr/>
        </p:nvSpPr>
        <p:spPr>
          <a:xfrm rot="0">
            <a:off x="4633987" y="2635151"/>
            <a:ext cx="248022" cy="155003"/>
          </a:xfrm>
          <a:prstGeom prst="rect"/>
          <a:noFill/>
          <a:ln w="12700" cmpd="sng" cap="flat">
            <a:noFill/>
            <a:prstDash val="solid"/>
            <a:miter/>
          </a:ln>
        </p:spPr>
        <p:txBody>
          <a:bodyPr vert="horz" wrap="none" lIns="0" tIns="0" rIns="0" bIns="0" anchor="ctr" anchorCtr="0">
            <a:prstTxWarp prst="textNoShape"/>
          </a:bodyPr>
          <a:lstStyle/>
          <a:p>
            <a:pPr marL="0" indent="0" algn="l">
              <a:lnSpc>
                <a:spcPct val="100000"/>
              </a:lnSpc>
              <a:spcBef>
                <a:spcPts val="0"/>
              </a:spcBef>
              <a:spcAft>
                <a:spcPts val="0"/>
              </a:spcAft>
              <a:buNone/>
            </a:pPr>
            <a:r>
              <a:rPr lang="en-US" altLang="zh-CN" sz="950" b="0" i="0" u="none" strike="noStrike" kern="1200" cap="none" spc="0" baseline="0">
                <a:solidFill>
                  <a:srgbClr val="3C3939"/>
                </a:solidFill>
                <a:latin typeface="Raleway Light" pitchFamily="34" charset="0"/>
                <a:ea typeface="Raleway Light" pitchFamily="34" charset="0"/>
                <a:cs typeface="Raleway Light" pitchFamily="34" charset="0"/>
              </a:rPr>
              <a:t>04</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4" name="Rectangle"/>
          <p:cNvSpPr>
            <a:spLocks/>
          </p:cNvSpPr>
          <p:nvPr/>
        </p:nvSpPr>
        <p:spPr>
          <a:xfrm rot="0">
            <a:off x="4633987" y="2831604"/>
            <a:ext cx="4013895" cy="14287"/>
          </a:xfrm>
          <a:prstGeom prst="rect"/>
          <a:solidFill>
            <a:srgbClr val="1B1B27"/>
          </a:solidFill>
          <a:ln w="12700" cmpd="sng" cap="flat">
            <a:noFill/>
            <a:prstDash val="solid"/>
            <a:miter/>
          </a:ln>
        </p:spPr>
      </p:sp>
      <p:sp>
        <p:nvSpPr>
          <p:cNvPr id="85" name="Rectangle"/>
          <p:cNvSpPr>
            <a:spLocks/>
          </p:cNvSpPr>
          <p:nvPr/>
        </p:nvSpPr>
        <p:spPr>
          <a:xfrm rot="0">
            <a:off x="4633987" y="2922166"/>
            <a:ext cx="4013895"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AI Analysis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86" name="Rectangle"/>
          <p:cNvSpPr>
            <a:spLocks/>
          </p:cNvSpPr>
          <p:nvPr/>
        </p:nvSpPr>
        <p:spPr>
          <a:xfrm rot="0">
            <a:off x="4633987" y="3190429"/>
            <a:ext cx="4013895"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AI identifies the attack type and severity.</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7" name="Rectangle"/>
          <p:cNvSpPr>
            <a:spLocks/>
          </p:cNvSpPr>
          <p:nvPr/>
        </p:nvSpPr>
        <p:spPr>
          <a:xfrm rot="0">
            <a:off x="496119" y="3605882"/>
            <a:ext cx="248022" cy="155003"/>
          </a:xfrm>
          <a:prstGeom prst="rect"/>
          <a:noFill/>
          <a:ln w="12700" cmpd="sng" cap="flat">
            <a:noFill/>
            <a:prstDash val="solid"/>
            <a:miter/>
          </a:ln>
        </p:spPr>
        <p:txBody>
          <a:bodyPr vert="horz" wrap="none" lIns="0" tIns="0" rIns="0" bIns="0" anchor="ctr" anchorCtr="0">
            <a:prstTxWarp prst="textNoShape"/>
          </a:bodyPr>
          <a:lstStyle/>
          <a:p>
            <a:pPr marL="0" indent="0" algn="l">
              <a:lnSpc>
                <a:spcPct val="100000"/>
              </a:lnSpc>
              <a:spcBef>
                <a:spcPts val="0"/>
              </a:spcBef>
              <a:spcAft>
                <a:spcPts val="0"/>
              </a:spcAft>
              <a:buNone/>
            </a:pPr>
            <a:r>
              <a:rPr lang="en-US" altLang="zh-CN" sz="950" b="0" i="0" u="none" strike="noStrike" kern="1200" cap="none" spc="0" baseline="0">
                <a:solidFill>
                  <a:srgbClr val="3C3939"/>
                </a:solidFill>
                <a:latin typeface="Raleway Light" pitchFamily="34" charset="0"/>
                <a:ea typeface="Raleway Light" pitchFamily="34" charset="0"/>
                <a:cs typeface="Raleway Light" pitchFamily="34" charset="0"/>
              </a:rPr>
              <a:t>05</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8" name="Rectangle"/>
          <p:cNvSpPr>
            <a:spLocks/>
          </p:cNvSpPr>
          <p:nvPr/>
        </p:nvSpPr>
        <p:spPr>
          <a:xfrm rot="0">
            <a:off x="496119" y="3802334"/>
            <a:ext cx="4013895" cy="14287"/>
          </a:xfrm>
          <a:prstGeom prst="rect"/>
          <a:solidFill>
            <a:srgbClr val="1B1B27"/>
          </a:solidFill>
          <a:ln w="12700" cmpd="sng" cap="flat">
            <a:noFill/>
            <a:prstDash val="solid"/>
            <a:miter/>
          </a:ln>
        </p:spPr>
      </p:sp>
      <p:sp>
        <p:nvSpPr>
          <p:cNvPr id="89" name="Rectangle"/>
          <p:cNvSpPr>
            <a:spLocks/>
          </p:cNvSpPr>
          <p:nvPr/>
        </p:nvSpPr>
        <p:spPr>
          <a:xfrm rot="0">
            <a:off x="496119" y="3892897"/>
            <a:ext cx="4013895"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Response Delivery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90" name="Rectangle"/>
          <p:cNvSpPr>
            <a:spLocks/>
          </p:cNvSpPr>
          <p:nvPr/>
        </p:nvSpPr>
        <p:spPr>
          <a:xfrm rot="0">
            <a:off x="496119" y="4161160"/>
            <a:ext cx="4013895"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The backend sends the response back to the frontend.</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91" name="Rectangle"/>
          <p:cNvSpPr>
            <a:spLocks/>
          </p:cNvSpPr>
          <p:nvPr/>
        </p:nvSpPr>
        <p:spPr>
          <a:xfrm rot="0">
            <a:off x="4633987" y="3605882"/>
            <a:ext cx="248022" cy="155003"/>
          </a:xfrm>
          <a:prstGeom prst="rect"/>
          <a:noFill/>
          <a:ln w="12700" cmpd="sng" cap="flat">
            <a:noFill/>
            <a:prstDash val="solid"/>
            <a:miter/>
          </a:ln>
        </p:spPr>
        <p:txBody>
          <a:bodyPr vert="horz" wrap="none" lIns="0" tIns="0" rIns="0" bIns="0" anchor="ctr" anchorCtr="0">
            <a:prstTxWarp prst="textNoShape"/>
          </a:bodyPr>
          <a:lstStyle/>
          <a:p>
            <a:pPr marL="0" indent="0" algn="l">
              <a:lnSpc>
                <a:spcPct val="100000"/>
              </a:lnSpc>
              <a:spcBef>
                <a:spcPts val="0"/>
              </a:spcBef>
              <a:spcAft>
                <a:spcPts val="0"/>
              </a:spcAft>
              <a:buNone/>
            </a:pPr>
            <a:r>
              <a:rPr lang="en-US" altLang="zh-CN" sz="950" b="0" i="0" u="none" strike="noStrike" kern="1200" cap="none" spc="0" baseline="0">
                <a:solidFill>
                  <a:srgbClr val="3C3939"/>
                </a:solidFill>
                <a:latin typeface="Raleway Light" pitchFamily="34" charset="0"/>
                <a:ea typeface="Raleway Light" pitchFamily="34" charset="0"/>
                <a:cs typeface="Raleway Light" pitchFamily="34" charset="0"/>
              </a:rPr>
              <a:t>06</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92" name="Rectangle"/>
          <p:cNvSpPr>
            <a:spLocks/>
          </p:cNvSpPr>
          <p:nvPr/>
        </p:nvSpPr>
        <p:spPr>
          <a:xfrm rot="0">
            <a:off x="4633987" y="3802334"/>
            <a:ext cx="4013895" cy="14287"/>
          </a:xfrm>
          <a:prstGeom prst="rect"/>
          <a:solidFill>
            <a:srgbClr val="1B1B27"/>
          </a:solidFill>
          <a:ln w="12700" cmpd="sng" cap="flat">
            <a:noFill/>
            <a:prstDash val="solid"/>
            <a:miter/>
          </a:ln>
        </p:spPr>
      </p:sp>
      <p:sp>
        <p:nvSpPr>
          <p:cNvPr id="93" name="Rectangle"/>
          <p:cNvSpPr>
            <a:spLocks/>
          </p:cNvSpPr>
          <p:nvPr/>
        </p:nvSpPr>
        <p:spPr>
          <a:xfrm rot="0">
            <a:off x="4633987" y="3892897"/>
            <a:ext cx="4013895"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Result Display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94" name="Rectangle"/>
          <p:cNvSpPr>
            <a:spLocks/>
          </p:cNvSpPr>
          <p:nvPr/>
        </p:nvSpPr>
        <p:spPr>
          <a:xfrm rot="0">
            <a:off x="4633987" y="4161160"/>
            <a:ext cx="4013895"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The result is displayed with security recommendations.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1">
            <p14:nvContentPartPr>
              <p14:cNvPr id="389" name="Mobile phone user"/>
              <p14:cNvContentPartPr>
                <a14:cpLocks xmlns:a14="http://schemas.microsoft.com/office/drawing/2010/main" noSelect="1" noChangeArrowheads="1"/>
              </p14:cNvContentPartPr>
              <p14:nvPr/>
            </p14:nvContentPartPr>
            <p14:xfrm>
              <a:off x="7874065" y="4724512"/>
              <a:ext cx="1607330" cy="421859"/>
            </p14:xfrm>
          </p:contentPart>
        </mc:Choice>
        <mc:Fallback/>
      </mc:AlternateContent>
      <mc:AlternateContent xmlns:mc="http://schemas.openxmlformats.org/markup-compatibility/2006">
        <mc:Choice xmlns:p14="http://schemas.microsoft.com/office/powerpoint/2010/main" Requires="p14">
          <p:contentPart r:id="rId2">
            <p14:nvContentPartPr>
              <p14:cNvPr id="390" name="Mobile phone user"/>
              <p14:cNvContentPartPr>
                <a14:cpLocks xmlns:a14="http://schemas.microsoft.com/office/drawing/2010/main" noSelect="1" noChangeArrowheads="1"/>
              </p14:cNvContentPartPr>
              <p14:nvPr/>
            </p14:nvContentPartPr>
            <p14:xfrm>
              <a:off x="8110335" y="4640113"/>
              <a:ext cx="1086849" cy="564184"/>
            </p14:xfrm>
          </p:contentPart>
        </mc:Choice>
        <mc:Fallback/>
      </mc:AlternateContent>
      <mc:AlternateContent xmlns:mc="http://schemas.openxmlformats.org/markup-compatibility/2006">
        <mc:Choice xmlns:p14="http://schemas.microsoft.com/office/powerpoint/2010/main" Requires="p14">
          <p:contentPart r:id="rId3">
            <p14:nvContentPartPr>
              <p14:cNvPr id="391" name="Mobile phone user"/>
              <p14:cNvContentPartPr>
                <a14:cpLocks xmlns:a14="http://schemas.microsoft.com/office/drawing/2010/main" noSelect="1" noChangeArrowheads="1"/>
              </p14:cNvContentPartPr>
              <p14:nvPr/>
            </p14:nvContentPartPr>
            <p14:xfrm>
              <a:off x="7892931" y="4800527"/>
              <a:ext cx="895335" cy="279395"/>
            </p14:xfrm>
          </p:contentPart>
        </mc:Choice>
        <mc:Fallback/>
      </mc:AlternateContent>
      <mc:AlternateContent xmlns:mc="http://schemas.openxmlformats.org/markup-compatibility/2006">
        <mc:Choice xmlns:p14="http://schemas.microsoft.com/office/powerpoint/2010/main" Requires="p14">
          <p:contentPart r:id="rId4">
            <p14:nvContentPartPr>
              <p14:cNvPr id="392" name="Mobile phone user"/>
              <p14:cNvContentPartPr>
                <a14:cpLocks xmlns:a14="http://schemas.microsoft.com/office/drawing/2010/main" noSelect="1" noChangeArrowheads="1"/>
              </p14:cNvContentPartPr>
              <p14:nvPr/>
            </p14:nvContentPartPr>
            <p14:xfrm>
              <a:off x="8051677" y="4778302"/>
              <a:ext cx="892161" cy="269871"/>
            </p14:xfrm>
          </p:contentPart>
        </mc:Choice>
        <mc:Fallback/>
      </mc:AlternateContent>
      <mc:AlternateContent xmlns:mc="http://schemas.openxmlformats.org/markup-compatibility/2006">
        <mc:Choice xmlns:p14="http://schemas.microsoft.com/office/powerpoint/2010/main" Requires="p14">
          <p:contentPart r:id="rId5">
            <p14:nvContentPartPr>
              <p14:cNvPr id="393" name="Mobile phone user"/>
              <p14:cNvContentPartPr>
                <a14:cpLocks xmlns:a14="http://schemas.microsoft.com/office/drawing/2010/main" noSelect="1" noChangeArrowheads="1"/>
              </p14:cNvContentPartPr>
              <p14:nvPr/>
            </p14:nvContentPartPr>
            <p14:xfrm>
              <a:off x="8028786" y="4691912"/>
              <a:ext cx="630550" cy="486660"/>
            </p14:xfrm>
          </p:contentPart>
        </mc:Choice>
        <mc:Fallback/>
      </mc:AlternateContent>
      <mc:AlternateContent xmlns:mc="http://schemas.openxmlformats.org/markup-compatibility/2006">
        <mc:Choice xmlns:p14="http://schemas.microsoft.com/office/powerpoint/2010/main" Requires="p14">
          <p:contentPart r:id="rId6">
            <p14:nvContentPartPr>
              <p14:cNvPr id="394" name="Mobile phone user"/>
              <p14:cNvContentPartPr>
                <a14:cpLocks xmlns:a14="http://schemas.microsoft.com/office/drawing/2010/main" noSelect="1" noChangeArrowheads="1"/>
              </p14:cNvContentPartPr>
              <p14:nvPr/>
            </p14:nvContentPartPr>
            <p14:xfrm>
              <a:off x="8455197" y="4788129"/>
              <a:ext cx="312468" cy="312468"/>
            </p14:xfrm>
          </p:contentPart>
        </mc:Choice>
        <mc:Fallback/>
      </mc:AlternateContent>
      <mc:AlternateContent xmlns:mc="http://schemas.openxmlformats.org/markup-compatibility/2006">
        <mc:Choice xmlns:p14="http://schemas.microsoft.com/office/powerpoint/2010/main" Requires="p14">
          <p:contentPart r:id="rId7">
            <p14:nvContentPartPr>
              <p14:cNvPr id="395" name="Mobile phone user"/>
              <p14:cNvContentPartPr>
                <a14:cpLocks xmlns:a14="http://schemas.microsoft.com/office/drawing/2010/main" noSelect="1" noChangeArrowheads="1"/>
              </p14:cNvContentPartPr>
              <p14:nvPr/>
            </p14:nvContentPartPr>
            <p14:xfrm>
              <a:off x="8375818" y="4527777"/>
              <a:ext cx="351827" cy="599473"/>
            </p14:xfrm>
          </p:contentPart>
        </mc:Choice>
        <mc:Fallback/>
      </mc:AlternateContent>
      <mc:AlternateContent xmlns:mc="http://schemas.openxmlformats.org/markup-compatibility/2006">
        <mc:Choice xmlns:p14="http://schemas.microsoft.com/office/powerpoint/2010/main" Requires="p14">
          <p:contentPart r:id="rId8">
            <p14:nvContentPartPr>
              <p14:cNvPr id="396" name="Mobile phone user"/>
              <p14:cNvContentPartPr>
                <a14:cpLocks xmlns:a14="http://schemas.microsoft.com/office/drawing/2010/main" noSelect="1" noChangeArrowheads="1"/>
              </p14:cNvContentPartPr>
              <p14:nvPr/>
            </p14:nvContentPartPr>
            <p14:xfrm>
              <a:off x="8198840" y="4736188"/>
              <a:ext cx="304520" cy="331873"/>
            </p14:xfrm>
          </p:contentPart>
        </mc:Choice>
        <mc:Fallback/>
      </mc:AlternateContent>
      <mc:AlternateContent xmlns:mc="http://schemas.openxmlformats.org/markup-compatibility/2006">
        <mc:Choice xmlns:p14="http://schemas.microsoft.com/office/powerpoint/2010/main" Requires="p14">
          <p:contentPart r:id="rId9">
            <p14:nvContentPartPr>
              <p14:cNvPr id="397" name="Mobile phone user"/>
              <p14:cNvContentPartPr>
                <a14:cpLocks xmlns:a14="http://schemas.microsoft.com/office/drawing/2010/main" noSelect="1" noChangeArrowheads="1"/>
              </p14:cNvContentPartPr>
              <p14:nvPr/>
            </p14:nvContentPartPr>
            <p14:xfrm>
              <a:off x="8116436" y="4404734"/>
              <a:ext cx="385007" cy="660653"/>
            </p14:xfrm>
          </p:contentPart>
        </mc:Choice>
        <mc:Fallback/>
      </mc:AlternateContent>
      <mc:AlternateContent xmlns:mc="http://schemas.openxmlformats.org/markup-compatibility/2006">
        <mc:Choice xmlns:p14="http://schemas.microsoft.com/office/powerpoint/2010/main" Requires="p14">
          <p:contentPart r:id="rId10">
            <p14:nvContentPartPr>
              <p14:cNvPr id="398" name="Mobile phone user"/>
              <p14:cNvContentPartPr>
                <a14:cpLocks xmlns:a14="http://schemas.microsoft.com/office/drawing/2010/main" noSelect="1" noChangeArrowheads="1"/>
              </p14:cNvContentPartPr>
              <p14:nvPr/>
            </p14:nvContentPartPr>
            <p14:xfrm>
              <a:off x="8057716" y="4490365"/>
              <a:ext cx="539068" cy="755967"/>
            </p14:xfrm>
          </p:contentPart>
        </mc:Choice>
        <mc:Fallback/>
      </mc:AlternateContent>
      <mc:AlternateContent xmlns:mc="http://schemas.openxmlformats.org/markup-compatibility/2006">
        <mc:Choice xmlns:p14="http://schemas.microsoft.com/office/powerpoint/2010/main" Requires="p14">
          <p:contentPart r:id="rId11">
            <p14:nvContentPartPr>
              <p14:cNvPr id="399" name="Mobile phone user"/>
              <p14:cNvContentPartPr>
                <a14:cpLocks xmlns:a14="http://schemas.microsoft.com/office/drawing/2010/main" noSelect="1" noChangeArrowheads="1"/>
              </p14:cNvContentPartPr>
              <p14:nvPr/>
            </p14:nvContentPartPr>
            <p14:xfrm>
              <a:off x="7854311" y="4634910"/>
              <a:ext cx="342820" cy="412137"/>
            </p14:xfrm>
          </p:contentPart>
        </mc:Choice>
        <mc:Fallback/>
      </mc:AlternateContent>
      <mc:AlternateContent xmlns:mc="http://schemas.openxmlformats.org/markup-compatibility/2006">
        <mc:Choice xmlns:p14="http://schemas.microsoft.com/office/powerpoint/2010/main" Requires="p14">
          <p:contentPart r:id="rId12">
            <p14:nvContentPartPr>
              <p14:cNvPr id="400" name="Mobile phone user"/>
              <p14:cNvContentPartPr>
                <a14:cpLocks xmlns:a14="http://schemas.microsoft.com/office/drawing/2010/main" noSelect="1" noChangeArrowheads="1"/>
              </p14:cNvContentPartPr>
              <p14:nvPr/>
            </p14:nvContentPartPr>
            <p14:xfrm>
              <a:off x="7943729" y="4918000"/>
              <a:ext cx="1488351" cy="253996"/>
            </p14:xfrm>
          </p:contentPart>
        </mc:Choice>
        <mc:Fallback/>
      </mc:AlternateContent>
      <mc:AlternateContent xmlns:mc="http://schemas.openxmlformats.org/markup-compatibility/2006">
        <mc:Choice xmlns:p14="http://schemas.microsoft.com/office/powerpoint/2010/main" Requires="p14">
          <p:contentPart r:id="rId13">
            <p14:nvContentPartPr>
              <p14:cNvPr id="401" name="Mobile phone user"/>
              <p14:cNvContentPartPr>
                <a14:cpLocks xmlns:a14="http://schemas.microsoft.com/office/drawing/2010/main" noSelect="1" noChangeArrowheads="1"/>
              </p14:cNvContentPartPr>
              <p14:nvPr/>
            </p14:nvContentPartPr>
            <p14:xfrm>
              <a:off x="8178813" y="4870376"/>
              <a:ext cx="837672" cy="333382"/>
            </p14:xfrm>
          </p:contentPart>
        </mc:Choice>
        <mc:Fallback/>
      </mc:AlternateContent>
      <mc:AlternateContent xmlns:mc="http://schemas.openxmlformats.org/markup-compatibility/2006">
        <mc:Choice xmlns:p14="http://schemas.microsoft.com/office/powerpoint/2010/main" Requires="p14">
          <p:contentPart r:id="rId14">
            <p14:nvContentPartPr>
              <p14:cNvPr id="402" name="Mobile phone user"/>
              <p14:cNvContentPartPr>
                <a14:cpLocks xmlns:a14="http://schemas.microsoft.com/office/drawing/2010/main" noSelect="1" noChangeArrowheads="1"/>
              </p14:cNvContentPartPr>
              <p14:nvPr/>
            </p14:nvContentPartPr>
            <p14:xfrm>
              <a:off x="8350123" y="4905300"/>
              <a:ext cx="251796" cy="267670"/>
            </p14:xfrm>
          </p:contentPart>
        </mc:Choice>
        <mc:Fallback/>
      </mc:AlternateContent>
      <mc:AlternateContent xmlns:mc="http://schemas.openxmlformats.org/markup-compatibility/2006">
        <mc:Choice xmlns:p14="http://schemas.microsoft.com/office/powerpoint/2010/main" Requires="p14">
          <p:contentPart r:id="rId15">
            <p14:nvContentPartPr>
              <p14:cNvPr id="403" name="Mobile phone user"/>
              <p14:cNvContentPartPr>
                <a14:cpLocks xmlns:a14="http://schemas.microsoft.com/office/drawing/2010/main" noSelect="1" noChangeArrowheads="1"/>
              </p14:cNvContentPartPr>
              <p14:nvPr/>
            </p14:nvContentPartPr>
            <p14:xfrm>
              <a:off x="8719926" y="4693892"/>
              <a:ext cx="411125" cy="495644"/>
            </p14:xfrm>
          </p:contentPart>
        </mc:Choice>
        <mc:Fallback/>
      </mc:AlternateContent>
      <mc:AlternateContent xmlns:mc="http://schemas.openxmlformats.org/markup-compatibility/2006">
        <mc:Choice xmlns:p14="http://schemas.microsoft.com/office/powerpoint/2010/main" Requires="p14">
          <p:contentPart r:id="rId16">
            <p14:nvContentPartPr>
              <p14:cNvPr id="404" name="Mobile phone user"/>
              <p14:cNvContentPartPr>
                <a14:cpLocks xmlns:a14="http://schemas.microsoft.com/office/drawing/2010/main" noSelect="1" noChangeArrowheads="1"/>
              </p14:cNvContentPartPr>
              <p14:nvPr/>
            </p14:nvContentPartPr>
            <p14:xfrm>
              <a:off x="8664444" y="4787273"/>
              <a:ext cx="390518" cy="359322"/>
            </p14:xfrm>
          </p:contentPart>
        </mc:Choice>
        <mc:Fallback/>
      </mc:AlternateContent>
      <mc:AlternateContent xmlns:mc="http://schemas.openxmlformats.org/markup-compatibility/2006">
        <mc:Choice xmlns:p14="http://schemas.microsoft.com/office/powerpoint/2010/main" Requires="p14">
          <p:contentPart r:id="rId17">
            <p14:nvContentPartPr>
              <p14:cNvPr id="405" name="Mobile phone user"/>
              <p14:cNvContentPartPr>
                <a14:cpLocks xmlns:a14="http://schemas.microsoft.com/office/drawing/2010/main" noSelect="1" noChangeArrowheads="1"/>
              </p14:cNvContentPartPr>
              <p14:nvPr/>
            </p14:nvContentPartPr>
            <p14:xfrm>
              <a:off x="8866431" y="4584911"/>
              <a:ext cx="320448" cy="550195"/>
            </p14:xfrm>
          </p:contentPart>
        </mc:Choice>
        <mc:Fallback/>
      </mc:AlternateContent>
      <mc:AlternateContent xmlns:mc="http://schemas.openxmlformats.org/markup-compatibility/2006">
        <mc:Choice xmlns:p14="http://schemas.microsoft.com/office/powerpoint/2010/main" Requires="p14">
          <p:contentPart r:id="rId18">
            <p14:nvContentPartPr>
              <p14:cNvPr id="406" name="Mobile phone user"/>
              <p14:cNvContentPartPr>
                <a14:cpLocks xmlns:a14="http://schemas.microsoft.com/office/drawing/2010/main" noSelect="1" noChangeArrowheads="1"/>
              </p14:cNvContentPartPr>
              <p14:nvPr/>
            </p14:nvContentPartPr>
            <p14:xfrm>
              <a:off x="8601246" y="4603981"/>
              <a:ext cx="312468" cy="312468"/>
            </p14:xfrm>
          </p:contentPart>
        </mc:Choice>
        <mc:Fallback/>
      </mc:AlternateContent>
      <mc:AlternateContent xmlns:mc="http://schemas.openxmlformats.org/markup-compatibility/2006">
        <mc:Choice xmlns:p14="http://schemas.microsoft.com/office/powerpoint/2010/main" Requires="p14">
          <p:contentPart r:id="rId19">
            <p14:nvContentPartPr>
              <p14:cNvPr id="407" name="Mobile phone user"/>
              <p14:cNvContentPartPr>
                <a14:cpLocks xmlns:a14="http://schemas.microsoft.com/office/drawing/2010/main" noSelect="1" noChangeArrowheads="1"/>
              </p14:cNvContentPartPr>
              <p14:nvPr/>
            </p14:nvContentPartPr>
            <p14:xfrm>
              <a:off x="7931121" y="4373381"/>
              <a:ext cx="560401" cy="771178"/>
            </p14:xfrm>
          </p:contentPart>
        </mc:Choice>
        <mc:Fallback/>
      </mc:AlternateContent>
      <mc:AlternateContent xmlns:mc="http://schemas.openxmlformats.org/markup-compatibility/2006">
        <mc:Choice xmlns:p14="http://schemas.microsoft.com/office/powerpoint/2010/main" Requires="p14">
          <p:contentPart r:id="rId20">
            <p14:nvContentPartPr>
              <p14:cNvPr id="408" name="Mobile phone user"/>
              <p14:cNvContentPartPr>
                <a14:cpLocks xmlns:a14="http://schemas.microsoft.com/office/drawing/2010/main" noSelect="1" noChangeArrowheads="1"/>
              </p14:cNvContentPartPr>
              <p14:nvPr/>
            </p14:nvContentPartPr>
            <p14:xfrm>
              <a:off x="8165136" y="4704438"/>
              <a:ext cx="304520" cy="331874"/>
            </p14:xfrm>
          </p:contentPart>
        </mc:Choice>
        <mc:Fallback/>
      </mc:AlternateContent>
      <mc:AlternateContent xmlns:mc="http://schemas.openxmlformats.org/markup-compatibility/2006">
        <mc:Choice xmlns:p14="http://schemas.microsoft.com/office/powerpoint/2010/main" Requires="p14">
          <p:contentPart r:id="rId21">
            <p14:nvContentPartPr>
              <p14:cNvPr id="409" name="Mobile phone user"/>
              <p14:cNvContentPartPr>
                <a14:cpLocks xmlns:a14="http://schemas.microsoft.com/office/drawing/2010/main" noSelect="1" noChangeArrowheads="1"/>
              </p14:cNvContentPartPr>
              <p14:nvPr/>
            </p14:nvContentPartPr>
            <p14:xfrm>
              <a:off x="8188503" y="4668255"/>
              <a:ext cx="338339" cy="417308"/>
            </p14:xfrm>
          </p:contentPart>
        </mc:Choice>
        <mc:Fallback/>
      </mc:AlternateContent>
      <mc:AlternateContent xmlns:mc="http://schemas.openxmlformats.org/markup-compatibility/2006">
        <mc:Choice xmlns:p14="http://schemas.microsoft.com/office/powerpoint/2010/main" Requires="p14">
          <p:contentPart r:id="rId22">
            <p14:nvContentPartPr>
              <p14:cNvPr id="410" name="Mobile phone user"/>
              <p14:cNvContentPartPr>
                <a14:cpLocks xmlns:a14="http://schemas.microsoft.com/office/drawing/2010/main" noSelect="1" noChangeArrowheads="1"/>
              </p14:cNvContentPartPr>
              <p14:nvPr/>
            </p14:nvContentPartPr>
            <p14:xfrm>
              <a:off x="8204149" y="4579303"/>
              <a:ext cx="402122" cy="510145"/>
            </p14:xfrm>
          </p:contentPart>
        </mc:Choice>
        <mc:Fallback/>
      </mc:AlternateContent>
      <mc:AlternateContent xmlns:mc="http://schemas.openxmlformats.org/markup-compatibility/2006">
        <mc:Choice xmlns:p14="http://schemas.microsoft.com/office/powerpoint/2010/main" Requires="p14">
          <p:contentPart r:id="rId23">
            <p14:nvContentPartPr>
              <p14:cNvPr id="411" name="Mobile phone user"/>
              <p14:cNvContentPartPr>
                <a14:cpLocks xmlns:a14="http://schemas.microsoft.com/office/drawing/2010/main" noSelect="1" noChangeArrowheads="1"/>
              </p14:cNvContentPartPr>
              <p14:nvPr/>
            </p14:nvContentPartPr>
            <p14:xfrm>
              <a:off x="8167252" y="4530490"/>
              <a:ext cx="414808" cy="606163"/>
            </p14:xfrm>
          </p:contentPart>
        </mc:Choice>
        <mc:Fallback/>
      </mc:AlternateContent>
      <mc:AlternateContent xmlns:mc="http://schemas.openxmlformats.org/markup-compatibility/2006">
        <mc:Choice xmlns:p14="http://schemas.microsoft.com/office/powerpoint/2010/main" Requires="p14">
          <p:contentPart r:id="rId24">
            <p14:nvContentPartPr>
              <p14:cNvPr id="412" name="Mobile phone user"/>
              <p14:cNvContentPartPr>
                <a14:cpLocks xmlns:a14="http://schemas.microsoft.com/office/drawing/2010/main" noSelect="1" noChangeArrowheads="1"/>
              </p14:cNvContentPartPr>
              <p14:nvPr/>
            </p14:nvContentPartPr>
            <p14:xfrm>
              <a:off x="8501415" y="4351753"/>
              <a:ext cx="264626" cy="810718"/>
            </p14:xfrm>
          </p:contentPart>
        </mc:Choice>
        <mc:Fallback/>
      </mc:AlternateContent>
      <mc:AlternateContent xmlns:mc="http://schemas.openxmlformats.org/markup-compatibility/2006">
        <mc:Choice xmlns:p14="http://schemas.microsoft.com/office/powerpoint/2010/main" Requires="p14">
          <p:contentPart r:id="rId25">
            <p14:nvContentPartPr>
              <p14:cNvPr id="413" name="Mobile phone user"/>
              <p14:cNvContentPartPr>
                <a14:cpLocks xmlns:a14="http://schemas.microsoft.com/office/drawing/2010/main" noSelect="1" noChangeArrowheads="1"/>
              </p14:cNvContentPartPr>
              <p14:nvPr/>
            </p14:nvContentPartPr>
            <p14:xfrm>
              <a:off x="8683794" y="4600806"/>
              <a:ext cx="312468" cy="312468"/>
            </p14:xfrm>
          </p:contentPart>
        </mc:Choice>
        <mc:Fallback/>
      </mc:AlternateContent>
      <mc:AlternateContent xmlns:mc="http://schemas.openxmlformats.org/markup-compatibility/2006">
        <mc:Choice xmlns:p14="http://schemas.microsoft.com/office/powerpoint/2010/main" Requires="p14">
          <p:contentPart r:id="rId26">
            <p14:nvContentPartPr>
              <p14:cNvPr id="414" name="Mobile phone user"/>
              <p14:cNvContentPartPr>
                <a14:cpLocks xmlns:a14="http://schemas.microsoft.com/office/drawing/2010/main" noSelect="1" noChangeArrowheads="1"/>
              </p14:cNvContentPartPr>
              <p14:nvPr/>
            </p14:nvContentPartPr>
            <p14:xfrm>
              <a:off x="7932879" y="4818251"/>
              <a:ext cx="910949" cy="275739"/>
            </p14:xfrm>
          </p:contentPart>
        </mc:Choice>
        <mc:Fallback/>
      </mc:AlternateContent>
      <mc:AlternateContent xmlns:mc="http://schemas.openxmlformats.org/markup-compatibility/2006">
        <mc:Choice xmlns:p14="http://schemas.microsoft.com/office/powerpoint/2010/main" Requires="p14">
          <p:contentPart r:id="rId27">
            <p14:nvContentPartPr>
              <p14:cNvPr id="415" name="Mobile phone user"/>
              <p14:cNvContentPartPr>
                <a14:cpLocks xmlns:a14="http://schemas.microsoft.com/office/drawing/2010/main" noSelect="1" noChangeArrowheads="1"/>
              </p14:cNvContentPartPr>
              <p14:nvPr/>
            </p14:nvContentPartPr>
            <p14:xfrm>
              <a:off x="7805711" y="4685025"/>
              <a:ext cx="1522564" cy="374167"/>
            </p14:xfrm>
          </p:contentPart>
        </mc:Choice>
        <mc:Fallback/>
      </mc:AlternateContent>
      <mc:AlternateContent xmlns:mc="http://schemas.openxmlformats.org/markup-compatibility/2006">
        <mc:Choice xmlns:p14="http://schemas.microsoft.com/office/powerpoint/2010/main" Requires="p14">
          <p:contentPart r:id="rId28">
            <p14:nvContentPartPr>
              <p14:cNvPr id="416" name="Mobile phone user"/>
              <p14:cNvContentPartPr>
                <a14:cpLocks xmlns:a14="http://schemas.microsoft.com/office/drawing/2010/main" noSelect="1" noChangeArrowheads="1"/>
              </p14:cNvContentPartPr>
              <p14:nvPr/>
            </p14:nvContentPartPr>
            <p14:xfrm>
              <a:off x="7966475" y="4810573"/>
              <a:ext cx="847510" cy="360385"/>
            </p14:xfrm>
          </p:contentPart>
        </mc:Choice>
        <mc:Fallback/>
      </mc:AlternateContent>
      <mc:AlternateContent xmlns:mc="http://schemas.openxmlformats.org/markup-compatibility/2006">
        <mc:Choice xmlns:p14="http://schemas.microsoft.com/office/powerpoint/2010/main" Requires="p14">
          <p:contentPart r:id="rId29">
            <p14:nvContentPartPr>
              <p14:cNvPr id="417" name="Mobile phone user"/>
              <p14:cNvContentPartPr>
                <a14:cpLocks xmlns:a14="http://schemas.microsoft.com/office/drawing/2010/main" noSelect="1" noChangeArrowheads="1"/>
              </p14:cNvContentPartPr>
              <p14:nvPr/>
            </p14:nvContentPartPr>
            <p14:xfrm>
              <a:off x="8071250" y="4902648"/>
              <a:ext cx="313077" cy="269960"/>
            </p14:xfrm>
          </p:contentPart>
        </mc:Choice>
        <mc:Fallback/>
      </mc:AlternateContent>
      <mc:AlternateContent xmlns:mc="http://schemas.openxmlformats.org/markup-compatibility/2006">
        <mc:Choice xmlns:p14="http://schemas.microsoft.com/office/powerpoint/2010/main" Requires="p14">
          <p:contentPart r:id="rId30">
            <p14:nvContentPartPr>
              <p14:cNvPr id="418" name="Mobile phone user"/>
              <p14:cNvContentPartPr>
                <a14:cpLocks xmlns:a14="http://schemas.microsoft.com/office/drawing/2010/main" noSelect="1" noChangeArrowheads="1"/>
              </p14:cNvContentPartPr>
              <p14:nvPr/>
            </p14:nvContentPartPr>
            <p14:xfrm>
              <a:off x="7880229" y="4902949"/>
              <a:ext cx="949050" cy="276083"/>
            </p14:xfrm>
          </p:contentPart>
        </mc:Choice>
        <mc:Fallback/>
      </mc:AlternateContent>
      <mc:AlternateContent xmlns:mc="http://schemas.openxmlformats.org/markup-compatibility/2006">
        <mc:Choice xmlns:p14="http://schemas.microsoft.com/office/powerpoint/2010/main" Requires="p14">
          <p:contentPart r:id="rId31">
            <p14:nvContentPartPr>
              <p14:cNvPr id="419" name="Mobile phone user"/>
              <p14:cNvContentPartPr>
                <a14:cpLocks xmlns:a14="http://schemas.microsoft.com/office/drawing/2010/main" noSelect="1" noChangeArrowheads="1"/>
              </p14:cNvContentPartPr>
              <p14:nvPr/>
            </p14:nvContentPartPr>
            <p14:xfrm>
              <a:off x="8466035" y="4913264"/>
              <a:ext cx="396816" cy="260293"/>
            </p14:xfrm>
          </p:contentPart>
        </mc:Choice>
        <mc:Fallback/>
      </mc:AlternateContent>
      <mc:AlternateContent xmlns:mc="http://schemas.openxmlformats.org/markup-compatibility/2006">
        <mc:Choice xmlns:p14="http://schemas.microsoft.com/office/powerpoint/2010/main" Requires="p14">
          <p:contentPart r:id="rId32">
            <p14:nvContentPartPr>
              <p14:cNvPr id="420" name="Mobile phone user"/>
              <p14:cNvContentPartPr>
                <a14:cpLocks xmlns:a14="http://schemas.microsoft.com/office/drawing/2010/main" noSelect="1" noChangeArrowheads="1"/>
              </p14:cNvContentPartPr>
              <p14:nvPr/>
            </p14:nvContentPartPr>
            <p14:xfrm>
              <a:off x="8480296" y="4744932"/>
              <a:ext cx="539614" cy="258776"/>
            </p14:xfrm>
          </p:contentPart>
        </mc:Choice>
        <mc:Fallback/>
      </mc:AlternateContent>
      <mc:AlternateContent xmlns:mc="http://schemas.openxmlformats.org/markup-compatibility/2006">
        <mc:Choice xmlns:p14="http://schemas.microsoft.com/office/powerpoint/2010/main" Requires="p14">
          <p:contentPart r:id="rId33">
            <p14:nvContentPartPr>
              <p14:cNvPr id="421" name="Mobile phone user"/>
              <p14:cNvContentPartPr>
                <a14:cpLocks xmlns:a14="http://schemas.microsoft.com/office/drawing/2010/main" noSelect="1" noChangeArrowheads="1"/>
              </p14:cNvContentPartPr>
              <p14:nvPr/>
            </p14:nvContentPartPr>
            <p14:xfrm>
              <a:off x="8461720" y="4895775"/>
              <a:ext cx="555072" cy="278922"/>
            </p14:xfrm>
          </p:contentPart>
        </mc:Choice>
        <mc:Fallback/>
      </mc:AlternateContent>
      <mc:AlternateContent xmlns:mc="http://schemas.openxmlformats.org/markup-compatibility/2006">
        <mc:Choice xmlns:p14="http://schemas.microsoft.com/office/powerpoint/2010/main" Requires="p14">
          <p:contentPart r:id="rId34">
            <p14:nvContentPartPr>
              <p14:cNvPr id="422" name="Mobile phone user"/>
              <p14:cNvContentPartPr>
                <a14:cpLocks xmlns:a14="http://schemas.microsoft.com/office/drawing/2010/main" noSelect="1" noChangeArrowheads="1"/>
              </p14:cNvContentPartPr>
              <p14:nvPr/>
            </p14:nvContentPartPr>
            <p14:xfrm>
              <a:off x="8817142" y="4483333"/>
              <a:ext cx="312468" cy="312468"/>
            </p14:xfrm>
          </p:contentPart>
        </mc:Choice>
        <mc:Fallback/>
      </mc:AlternateContent>
      <mc:AlternateContent xmlns:mc="http://schemas.openxmlformats.org/markup-compatibility/2006">
        <mc:Choice xmlns:p14="http://schemas.microsoft.com/office/powerpoint/2010/main" Requires="p14">
          <p:contentPart r:id="rId35">
            <p14:nvContentPartPr>
              <p14:cNvPr id="423" name="Mobile phone user"/>
              <p14:cNvContentPartPr>
                <a14:cpLocks xmlns:a14="http://schemas.microsoft.com/office/drawing/2010/main" noSelect="1" noChangeArrowheads="1"/>
              </p14:cNvContentPartPr>
              <p14:nvPr/>
            </p14:nvContentPartPr>
            <p14:xfrm>
              <a:off x="8356472" y="4867201"/>
              <a:ext cx="689861" cy="266695"/>
            </p14:xfrm>
          </p:contentPart>
        </mc:Choice>
        <mc:Fallback/>
      </mc:AlternateContent>
      <mc:AlternateContent xmlns:mc="http://schemas.openxmlformats.org/markup-compatibility/2006">
        <mc:Choice xmlns:p14="http://schemas.microsoft.com/office/powerpoint/2010/main" Requires="p14">
          <p:contentPart r:id="rId36">
            <p14:nvContentPartPr>
              <p14:cNvPr id="424" name="Mobile phone user"/>
              <p14:cNvContentPartPr>
                <a14:cpLocks xmlns:a14="http://schemas.microsoft.com/office/drawing/2010/main" noSelect="1" noChangeArrowheads="1"/>
              </p14:cNvContentPartPr>
              <p14:nvPr/>
            </p14:nvContentPartPr>
            <p14:xfrm>
              <a:off x="8727423" y="4593636"/>
              <a:ext cx="396095" cy="544228"/>
            </p14:xfrm>
          </p:contentPart>
        </mc:Choice>
        <mc:Fallback/>
      </mc:AlternateContent>
      <mc:AlternateContent xmlns:mc="http://schemas.openxmlformats.org/markup-compatibility/2006">
        <mc:Choice xmlns:p14="http://schemas.microsoft.com/office/powerpoint/2010/main" Requires="p14">
          <p:contentPart r:id="rId37">
            <p14:nvContentPartPr>
              <p14:cNvPr id="425" name="Mobile phone user"/>
              <p14:cNvContentPartPr>
                <a14:cpLocks xmlns:a14="http://schemas.microsoft.com/office/drawing/2010/main" noSelect="1" noChangeArrowheads="1"/>
              </p14:cNvContentPartPr>
              <p14:nvPr/>
            </p14:nvContentPartPr>
            <p14:xfrm>
              <a:off x="8479607" y="4577591"/>
              <a:ext cx="363322" cy="604619"/>
            </p14:xfrm>
          </p:contentPart>
        </mc:Choice>
        <mc:Fallback/>
      </mc:AlternateContent>
      <mc:AlternateContent xmlns:mc="http://schemas.openxmlformats.org/markup-compatibility/2006">
        <mc:Choice xmlns:p14="http://schemas.microsoft.com/office/powerpoint/2010/main" Requires="p14">
          <p:contentPart r:id="rId38">
            <p14:nvContentPartPr>
              <p14:cNvPr id="426" name="Mobile phone user"/>
              <p14:cNvContentPartPr>
                <a14:cpLocks xmlns:a14="http://schemas.microsoft.com/office/drawing/2010/main" noSelect="1" noChangeArrowheads="1"/>
              </p14:cNvContentPartPr>
              <p14:nvPr/>
            </p14:nvContentPartPr>
            <p14:xfrm>
              <a:off x="8509172" y="4670655"/>
              <a:ext cx="312468" cy="312468"/>
            </p14:xfrm>
          </p:contentPart>
        </mc:Choice>
        <mc:Fallback/>
      </mc:AlternateContent>
      <mc:AlternateContent xmlns:mc="http://schemas.openxmlformats.org/markup-compatibility/2006">
        <mc:Choice xmlns:p14="http://schemas.microsoft.com/office/powerpoint/2010/main" Requires="p14">
          <p:contentPart r:id="rId39">
            <p14:nvContentPartPr>
              <p14:cNvPr id="427" name="Mobile phone user"/>
              <p14:cNvContentPartPr>
                <a14:cpLocks xmlns:a14="http://schemas.microsoft.com/office/drawing/2010/main" noSelect="1" noChangeArrowheads="1"/>
              </p14:cNvContentPartPr>
              <p14:nvPr/>
            </p14:nvContentPartPr>
            <p14:xfrm>
              <a:off x="8645694" y="4661130"/>
              <a:ext cx="312468" cy="312468"/>
            </p14:xfrm>
          </p:contentPart>
        </mc:Choice>
        <mc:Fallback/>
      </mc:AlternateContent>
      <mc:AlternateContent xmlns:mc="http://schemas.openxmlformats.org/markup-compatibility/2006">
        <mc:Choice xmlns:p14="http://schemas.microsoft.com/office/powerpoint/2010/main" Requires="p14">
          <p:contentPart r:id="rId40">
            <p14:nvContentPartPr>
              <p14:cNvPr id="428" name="Mobile phone user"/>
              <p14:cNvContentPartPr>
                <a14:cpLocks xmlns:a14="http://schemas.microsoft.com/office/drawing/2010/main" noSelect="1" noChangeArrowheads="1"/>
              </p14:cNvContentPartPr>
              <p14:nvPr/>
            </p14:nvContentPartPr>
            <p14:xfrm>
              <a:off x="8728243" y="4750029"/>
              <a:ext cx="312468" cy="312468"/>
            </p14:xfrm>
          </p:contentPart>
        </mc:Choice>
        <mc:Fallback/>
      </mc:AlternateContent>
      <mc:AlternateContent xmlns:mc="http://schemas.openxmlformats.org/markup-compatibility/2006">
        <mc:Choice xmlns:p14="http://schemas.microsoft.com/office/powerpoint/2010/main" Requires="p14">
          <p:contentPart r:id="rId41">
            <p14:nvContentPartPr>
              <p14:cNvPr id="429" name="Mobile phone user"/>
              <p14:cNvContentPartPr>
                <a14:cpLocks xmlns:a14="http://schemas.microsoft.com/office/drawing/2010/main" noSelect="1" noChangeArrowheads="1"/>
              </p14:cNvContentPartPr>
              <p14:nvPr/>
            </p14:nvContentPartPr>
            <p14:xfrm>
              <a:off x="8620295" y="4677005"/>
              <a:ext cx="312468" cy="312468"/>
            </p14:xfrm>
          </p:contentPart>
        </mc:Choice>
        <mc:Fallback/>
      </mc:AlternateContent>
      <mc:AlternateContent xmlns:mc="http://schemas.openxmlformats.org/markup-compatibility/2006">
        <mc:Choice xmlns:p14="http://schemas.microsoft.com/office/powerpoint/2010/main" Requires="p14">
          <p:contentPart r:id="rId42">
            <p14:nvContentPartPr>
              <p14:cNvPr id="430" name="Mobile phone user"/>
              <p14:cNvContentPartPr>
                <a14:cpLocks xmlns:a14="http://schemas.microsoft.com/office/drawing/2010/main" noSelect="1" noChangeArrowheads="1"/>
              </p14:cNvContentPartPr>
              <p14:nvPr/>
            </p14:nvContentPartPr>
            <p14:xfrm>
              <a:off x="8699669" y="4759554"/>
              <a:ext cx="312468" cy="312468"/>
            </p14:xfrm>
          </p:contentPart>
        </mc:Choice>
        <mc:Fallback/>
      </mc:AlternateContent>
      <mc:AlternateContent xmlns:mc="http://schemas.openxmlformats.org/markup-compatibility/2006">
        <mc:Choice xmlns:p14="http://schemas.microsoft.com/office/powerpoint/2010/main" Requires="p14">
          <p:contentPart r:id="rId43">
            <p14:nvContentPartPr>
              <p14:cNvPr id="431" name="Mobile phone user"/>
              <p14:cNvContentPartPr>
                <a14:cpLocks xmlns:a14="http://schemas.microsoft.com/office/drawing/2010/main" noSelect="1" noChangeArrowheads="1"/>
              </p14:cNvContentPartPr>
              <p14:nvPr/>
            </p14:nvContentPartPr>
            <p14:xfrm>
              <a:off x="8572671" y="4699230"/>
              <a:ext cx="312468" cy="312468"/>
            </p14:xfrm>
          </p:contentPart>
        </mc:Choice>
        <mc:Fallback/>
      </mc:AlternateContent>
      <mc:AlternateContent xmlns:mc="http://schemas.openxmlformats.org/markup-compatibility/2006">
        <mc:Choice xmlns:p14="http://schemas.microsoft.com/office/powerpoint/2010/main" Requires="p14">
          <p:contentPart r:id="rId44">
            <p14:nvContentPartPr>
              <p14:cNvPr id="432" name="Mobile phone user"/>
              <p14:cNvContentPartPr>
                <a14:cpLocks xmlns:a14="http://schemas.microsoft.com/office/drawing/2010/main" noSelect="1" noChangeArrowheads="1"/>
              </p14:cNvContentPartPr>
              <p14:nvPr/>
            </p14:nvContentPartPr>
            <p14:xfrm>
              <a:off x="8788567" y="4562707"/>
              <a:ext cx="312468" cy="312468"/>
            </p14:xfrm>
          </p:contentPart>
        </mc:Choice>
        <mc:Fallback/>
      </mc:AlternateContent>
      <mc:AlternateContent xmlns:mc="http://schemas.openxmlformats.org/markup-compatibility/2006">
        <mc:Choice xmlns:p14="http://schemas.microsoft.com/office/powerpoint/2010/main" Requires="p14">
          <p:contentPart r:id="rId45">
            <p14:nvContentPartPr>
              <p14:cNvPr id="433" name="Mobile phone user"/>
              <p14:cNvContentPartPr>
                <a14:cpLocks xmlns:a14="http://schemas.microsoft.com/office/drawing/2010/main" noSelect="1" noChangeArrowheads="1"/>
              </p14:cNvContentPartPr>
              <p14:nvPr/>
            </p14:nvContentPartPr>
            <p14:xfrm>
              <a:off x="8737768" y="4603981"/>
              <a:ext cx="312468" cy="312468"/>
            </p14:xfrm>
          </p:contentPart>
        </mc:Choice>
        <mc:Fallback/>
      </mc:AlternateContent>
      <mc:AlternateContent xmlns:mc="http://schemas.openxmlformats.org/markup-compatibility/2006">
        <mc:Choice xmlns:p14="http://schemas.microsoft.com/office/powerpoint/2010/main" Requires="p14">
          <p:contentPart r:id="rId46">
            <p14:nvContentPartPr>
              <p14:cNvPr id="434" name="Mobile phone user"/>
              <p14:cNvContentPartPr>
                <a14:cpLocks xmlns:a14="http://schemas.microsoft.com/office/drawing/2010/main" noSelect="1" noChangeArrowheads="1"/>
              </p14:cNvContentPartPr>
              <p14:nvPr/>
            </p14:nvContentPartPr>
            <p14:xfrm>
              <a:off x="8788567" y="4527782"/>
              <a:ext cx="312468" cy="312468"/>
            </p14:xfrm>
          </p:contentPart>
        </mc:Choice>
        <mc:Fallback/>
      </mc:AlternateContent>
      <mc:AlternateContent xmlns:mc="http://schemas.openxmlformats.org/markup-compatibility/2006">
        <mc:Choice xmlns:p14="http://schemas.microsoft.com/office/powerpoint/2010/main" Requires="p14">
          <p:contentPart r:id="rId47">
            <p14:nvContentPartPr>
              <p14:cNvPr id="435" name="Mobile phone user"/>
              <p14:cNvContentPartPr>
                <a14:cpLocks xmlns:a14="http://schemas.microsoft.com/office/drawing/2010/main" noSelect="1" noChangeArrowheads="1"/>
              </p14:cNvContentPartPr>
              <p14:nvPr/>
            </p14:nvContentPartPr>
            <p14:xfrm>
              <a:off x="8594895" y="4588107"/>
              <a:ext cx="312468" cy="312468"/>
            </p14:xfrm>
          </p:contentPart>
        </mc:Choice>
        <mc:Fallback/>
      </mc:AlternateContent>
      <mc:AlternateContent xmlns:mc="http://schemas.openxmlformats.org/markup-compatibility/2006">
        <mc:Choice xmlns:p14="http://schemas.microsoft.com/office/powerpoint/2010/main" Requires="p14">
          <p:contentPart r:id="rId48">
            <p14:nvContentPartPr>
              <p14:cNvPr id="436" name="Mobile phone user"/>
              <p14:cNvContentPartPr>
                <a14:cpLocks xmlns:a14="http://schemas.microsoft.com/office/drawing/2010/main" noSelect="1" noChangeArrowheads="1"/>
              </p14:cNvContentPartPr>
              <p14:nvPr/>
            </p14:nvContentPartPr>
            <p14:xfrm>
              <a:off x="8537746" y="4778604"/>
              <a:ext cx="312468" cy="312468"/>
            </p14:xfrm>
          </p:contentPart>
        </mc:Choice>
        <mc:Fallback/>
      </mc:AlternateContent>
      <mc:AlternateContent xmlns:mc="http://schemas.openxmlformats.org/markup-compatibility/2006">
        <mc:Choice xmlns:p14="http://schemas.microsoft.com/office/powerpoint/2010/main" Requires="p14">
          <p:contentPart r:id="rId49">
            <p14:nvContentPartPr>
              <p14:cNvPr id="437" name="Mobile phone user"/>
              <p14:cNvContentPartPr>
                <a14:cpLocks xmlns:a14="http://schemas.microsoft.com/office/drawing/2010/main" noSelect="1" noChangeArrowheads="1"/>
              </p14:cNvContentPartPr>
              <p14:nvPr/>
            </p14:nvContentPartPr>
            <p14:xfrm>
              <a:off x="8493297" y="4772254"/>
              <a:ext cx="312468" cy="312468"/>
            </p14:xfrm>
          </p:contentPart>
        </mc:Choice>
        <mc:Fallback/>
      </mc:AlternateContent>
      <mc:AlternateContent xmlns:mc="http://schemas.openxmlformats.org/markup-compatibility/2006">
        <mc:Choice xmlns:p14="http://schemas.microsoft.com/office/powerpoint/2010/main" Requires="p14">
          <p:contentPart r:id="rId50">
            <p14:nvContentPartPr>
              <p14:cNvPr id="438" name="Mobile phone user"/>
              <p14:cNvContentPartPr>
                <a14:cpLocks xmlns:a14="http://schemas.microsoft.com/office/drawing/2010/main" noSelect="1" noChangeArrowheads="1"/>
              </p14:cNvContentPartPr>
              <p14:nvPr/>
            </p14:nvContentPartPr>
            <p14:xfrm>
              <a:off x="8826385" y="4327478"/>
              <a:ext cx="285709" cy="800051"/>
            </p14:xfrm>
          </p:contentPart>
        </mc:Choice>
        <mc:Fallback/>
      </mc:AlternateContent>
      <mc:AlternateContent xmlns:mc="http://schemas.openxmlformats.org/markup-compatibility/2006">
        <mc:Choice xmlns:p14="http://schemas.microsoft.com/office/powerpoint/2010/main" Requires="p14">
          <p:contentPart r:id="rId51">
            <p14:nvContentPartPr>
              <p14:cNvPr id="439" name="Mobile phone user"/>
              <p14:cNvContentPartPr>
                <a14:cpLocks xmlns:a14="http://schemas.microsoft.com/office/drawing/2010/main" noSelect="1" noChangeArrowheads="1"/>
              </p14:cNvContentPartPr>
              <p14:nvPr/>
            </p14:nvContentPartPr>
            <p14:xfrm>
              <a:off x="8709194" y="4600806"/>
              <a:ext cx="312468" cy="312468"/>
            </p14:xfrm>
          </p:contentPart>
        </mc:Choice>
        <mc:Fallback/>
      </mc:AlternateContent>
      <mc:AlternateContent xmlns:mc="http://schemas.openxmlformats.org/markup-compatibility/2006">
        <mc:Choice xmlns:p14="http://schemas.microsoft.com/office/powerpoint/2010/main" Requires="p14">
          <p:contentPart r:id="rId52">
            <p14:nvContentPartPr>
              <p14:cNvPr id="440" name="Mobile phone user"/>
              <p14:cNvContentPartPr>
                <a14:cpLocks xmlns:a14="http://schemas.microsoft.com/office/drawing/2010/main" noSelect="1" noChangeArrowheads="1"/>
              </p14:cNvContentPartPr>
              <p14:nvPr/>
            </p14:nvContentPartPr>
            <p14:xfrm>
              <a:off x="8585371" y="4727804"/>
              <a:ext cx="312468" cy="312468"/>
            </p14:xfrm>
          </p:contentPart>
        </mc:Choice>
        <mc:Fallback/>
      </mc:AlternateContent>
      <mc:AlternateContent xmlns:mc="http://schemas.openxmlformats.org/markup-compatibility/2006">
        <mc:Choice xmlns:p14="http://schemas.microsoft.com/office/powerpoint/2010/main" Requires="p14">
          <p:contentPart r:id="rId53">
            <p14:nvContentPartPr>
              <p14:cNvPr id="441" name="Mobile phone user"/>
              <p14:cNvContentPartPr>
                <a14:cpLocks xmlns:a14="http://schemas.microsoft.com/office/drawing/2010/main" noSelect="1" noChangeArrowheads="1"/>
              </p14:cNvContentPartPr>
              <p14:nvPr/>
            </p14:nvContentPartPr>
            <p14:xfrm>
              <a:off x="8747461" y="4720535"/>
              <a:ext cx="273194" cy="315268"/>
            </p14:xfrm>
          </p:contentPart>
        </mc:Choice>
        <mc:Fallback/>
      </mc:AlternateContent>
      <mc:AlternateContent xmlns:mc="http://schemas.openxmlformats.org/markup-compatibility/2006">
        <mc:Choice xmlns:p14="http://schemas.microsoft.com/office/powerpoint/2010/main" Requires="p14">
          <p:contentPart r:id="rId54">
            <p14:nvContentPartPr>
              <p14:cNvPr id="442" name="Mobile phone user"/>
              <p14:cNvContentPartPr>
                <a14:cpLocks xmlns:a14="http://schemas.microsoft.com/office/drawing/2010/main" noSelect="1" noChangeArrowheads="1"/>
              </p14:cNvContentPartPr>
              <p14:nvPr/>
            </p14:nvContentPartPr>
            <p14:xfrm>
              <a:off x="8745491" y="4494231"/>
              <a:ext cx="288746" cy="618940"/>
            </p14:xfrm>
          </p:contentPart>
        </mc:Choice>
        <mc:Fallback/>
      </mc:AlternateContent>
      <mc:AlternateContent xmlns:mc="http://schemas.openxmlformats.org/markup-compatibility/2006">
        <mc:Choice xmlns:p14="http://schemas.microsoft.com/office/powerpoint/2010/main" Requires="p14">
          <p:contentPart r:id="rId55">
            <p14:nvContentPartPr>
              <p14:cNvPr id="443" name="Mobile phone user"/>
              <p14:cNvContentPartPr>
                <a14:cpLocks xmlns:a14="http://schemas.microsoft.com/office/drawing/2010/main" noSelect="1" noChangeArrowheads="1"/>
              </p14:cNvContentPartPr>
              <p14:nvPr/>
            </p14:nvContentPartPr>
            <p14:xfrm>
              <a:off x="8544096" y="4594456"/>
              <a:ext cx="312468" cy="312468"/>
            </p14:xfrm>
          </p:contentPart>
        </mc:Choice>
        <mc:Fallback/>
      </mc:AlternateContent>
      <mc:AlternateContent xmlns:mc="http://schemas.openxmlformats.org/markup-compatibility/2006">
        <mc:Choice xmlns:p14="http://schemas.microsoft.com/office/powerpoint/2010/main" Requires="p14">
          <p:contentPart r:id="rId56">
            <p14:nvContentPartPr>
              <p14:cNvPr id="444" name="Mobile phone user"/>
              <p14:cNvContentPartPr>
                <a14:cpLocks xmlns:a14="http://schemas.microsoft.com/office/drawing/2010/main" noSelect="1" noChangeArrowheads="1"/>
              </p14:cNvContentPartPr>
              <p14:nvPr/>
            </p14:nvContentPartPr>
            <p14:xfrm>
              <a:off x="8594895" y="4638906"/>
              <a:ext cx="312468" cy="312468"/>
            </p14:xfrm>
          </p:contentPart>
        </mc:Choice>
        <mc:Fallback/>
      </mc:AlternateContent>
      <mc:AlternateContent xmlns:mc="http://schemas.openxmlformats.org/markup-compatibility/2006">
        <mc:Choice xmlns:p14="http://schemas.microsoft.com/office/powerpoint/2010/main" Requires="p14">
          <p:contentPart r:id="rId57">
            <p14:nvContentPartPr>
              <p14:cNvPr id="445" name="Mobile phone user"/>
              <p14:cNvContentPartPr>
                <a14:cpLocks xmlns:a14="http://schemas.microsoft.com/office/drawing/2010/main" noSelect="1" noChangeArrowheads="1"/>
              </p14:cNvContentPartPr>
              <p14:nvPr/>
            </p14:nvContentPartPr>
            <p14:xfrm>
              <a:off x="8740943" y="4759554"/>
              <a:ext cx="312468" cy="312468"/>
            </p14:xfrm>
          </p:contentPart>
        </mc:Choice>
        <mc:Fallback/>
      </mc:AlternateContent>
      <mc:AlternateContent xmlns:mc="http://schemas.openxmlformats.org/markup-compatibility/2006">
        <mc:Choice xmlns:p14="http://schemas.microsoft.com/office/powerpoint/2010/main" Requires="p14">
          <p:contentPart r:id="rId58">
            <p14:nvContentPartPr>
              <p14:cNvPr id="446" name="Mobile phone user"/>
              <p14:cNvContentPartPr>
                <a14:cpLocks xmlns:a14="http://schemas.microsoft.com/office/drawing/2010/main" noSelect="1" noChangeArrowheads="1"/>
              </p14:cNvContentPartPr>
              <p14:nvPr/>
            </p14:nvContentPartPr>
            <p14:xfrm>
              <a:off x="8731117" y="4552880"/>
              <a:ext cx="272690" cy="453991"/>
            </p14:xfrm>
          </p:contentPart>
        </mc:Choice>
        <mc:Fallback/>
      </mc:AlternateContent>
      <mc:AlternateContent xmlns:mc="http://schemas.openxmlformats.org/markup-compatibility/2006">
        <mc:Choice xmlns:p14="http://schemas.microsoft.com/office/powerpoint/2010/main" Requires="p14">
          <p:contentPart r:id="rId59">
            <p14:nvContentPartPr>
              <p14:cNvPr id="447" name="Mobile phone user"/>
              <p14:cNvContentPartPr>
                <a14:cpLocks xmlns:a14="http://schemas.microsoft.com/office/drawing/2010/main" noSelect="1" noChangeArrowheads="1"/>
              </p14:cNvContentPartPr>
              <p14:nvPr/>
            </p14:nvContentPartPr>
            <p14:xfrm>
              <a:off x="8480659" y="4559593"/>
              <a:ext cx="396143" cy="624739"/>
            </p14:xfrm>
          </p:contentPart>
        </mc:Choice>
        <mc:Fallback/>
      </mc:AlternateContent>
      <mc:AlternateContent xmlns:mc="http://schemas.openxmlformats.org/markup-compatibility/2006">
        <mc:Choice xmlns:p14="http://schemas.microsoft.com/office/powerpoint/2010/main" Requires="p14">
          <p:contentPart r:id="rId60">
            <p14:nvContentPartPr>
              <p14:cNvPr id="448" name="Mobile phone user"/>
              <p14:cNvContentPartPr>
                <a14:cpLocks xmlns:a14="http://schemas.microsoft.com/office/drawing/2010/main" noSelect="1" noChangeArrowheads="1"/>
              </p14:cNvContentPartPr>
              <p14:nvPr/>
            </p14:nvContentPartPr>
            <p14:xfrm>
              <a:off x="8611904" y="4414617"/>
              <a:ext cx="314625" cy="606721"/>
            </p14:xfrm>
          </p:contentPart>
        </mc:Choice>
        <mc:Fallback/>
      </mc:AlternateContent>
      <mc:AlternateContent xmlns:mc="http://schemas.openxmlformats.org/markup-compatibility/2006">
        <mc:Choice xmlns:p14="http://schemas.microsoft.com/office/powerpoint/2010/main" Requires="p14">
          <p:contentPart r:id="rId61">
            <p14:nvContentPartPr>
              <p14:cNvPr id="449" name="Mobile phone user"/>
              <p14:cNvContentPartPr>
                <a14:cpLocks xmlns:a14="http://schemas.microsoft.com/office/drawing/2010/main" noSelect="1" noChangeArrowheads="1"/>
              </p14:cNvContentPartPr>
              <p14:nvPr/>
            </p14:nvContentPartPr>
            <p14:xfrm>
              <a:off x="8588545" y="4683355"/>
              <a:ext cx="312468" cy="312468"/>
            </p14:xfrm>
          </p:contentPart>
        </mc:Choice>
        <mc:Fallback/>
      </mc:AlternateContent>
      <mc:AlternateContent xmlns:mc="http://schemas.openxmlformats.org/markup-compatibility/2006">
        <mc:Choice xmlns:p14="http://schemas.microsoft.com/office/powerpoint/2010/main" Requires="p14">
          <p:contentPart r:id="rId62">
            <p14:nvContentPartPr>
              <p14:cNvPr id="450" name="Mobile phone user"/>
              <p14:cNvContentPartPr>
                <a14:cpLocks xmlns:a14="http://schemas.microsoft.com/office/drawing/2010/main" noSelect="1" noChangeArrowheads="1"/>
              </p14:cNvContentPartPr>
              <p14:nvPr/>
            </p14:nvContentPartPr>
            <p14:xfrm>
              <a:off x="8648870" y="4750029"/>
              <a:ext cx="312468" cy="312468"/>
            </p14:xfrm>
          </p:contentPart>
        </mc:Choice>
        <mc:Fallback/>
      </mc:AlternateContent>
      <mc:AlternateContent xmlns:mc="http://schemas.openxmlformats.org/markup-compatibility/2006">
        <mc:Choice xmlns:p14="http://schemas.microsoft.com/office/powerpoint/2010/main" Requires="p14">
          <p:contentPart r:id="rId63">
            <p14:nvContentPartPr>
              <p14:cNvPr id="451" name="Mobile phone user"/>
              <p14:cNvContentPartPr>
                <a14:cpLocks xmlns:a14="http://schemas.microsoft.com/office/drawing/2010/main" noSelect="1" noChangeArrowheads="1"/>
              </p14:cNvContentPartPr>
              <p14:nvPr/>
            </p14:nvContentPartPr>
            <p14:xfrm>
              <a:off x="8744118" y="4648430"/>
              <a:ext cx="312468" cy="312468"/>
            </p14:xfrm>
          </p:contentPart>
        </mc:Choice>
        <mc:Fallback/>
      </mc:AlternateContent>
      <mc:AlternateContent xmlns:mc="http://schemas.openxmlformats.org/markup-compatibility/2006">
        <mc:Choice xmlns:p14="http://schemas.microsoft.com/office/powerpoint/2010/main" Requires="p14">
          <p:contentPart r:id="rId64">
            <p14:nvContentPartPr>
              <p14:cNvPr id="452" name="Mobile phone user"/>
              <p14:cNvContentPartPr>
                <a14:cpLocks xmlns:a14="http://schemas.microsoft.com/office/drawing/2010/main" noSelect="1" noChangeArrowheads="1"/>
              </p14:cNvContentPartPr>
              <p14:nvPr/>
            </p14:nvContentPartPr>
            <p14:xfrm>
              <a:off x="8896516" y="4670655"/>
              <a:ext cx="312468" cy="312468"/>
            </p14:xfrm>
          </p:contentPart>
        </mc:Choice>
        <mc:Fallback/>
      </mc:AlternateContent>
      <mc:AlternateContent xmlns:mc="http://schemas.openxmlformats.org/markup-compatibility/2006">
        <mc:Choice xmlns:p14="http://schemas.microsoft.com/office/powerpoint/2010/main" Requires="p14">
          <p:contentPart r:id="rId65">
            <p14:nvContentPartPr>
              <p14:cNvPr id="453" name="Mobile phone user"/>
              <p14:cNvContentPartPr>
                <a14:cpLocks xmlns:a14="http://schemas.microsoft.com/office/drawing/2010/main" noSelect="1" noChangeArrowheads="1"/>
              </p14:cNvContentPartPr>
              <p14:nvPr/>
            </p14:nvContentPartPr>
            <p14:xfrm>
              <a:off x="8601165" y="4518176"/>
              <a:ext cx="298005" cy="596451"/>
            </p14:xfrm>
          </p:contentPart>
        </mc:Choice>
        <mc:Fallback/>
      </mc:AlternateContent>
      <mc:AlternateContent xmlns:mc="http://schemas.openxmlformats.org/markup-compatibility/2006">
        <mc:Choice xmlns:p14="http://schemas.microsoft.com/office/powerpoint/2010/main" Requires="p14">
          <p:contentPart r:id="rId66">
            <p14:nvContentPartPr>
              <p14:cNvPr id="454" name="Mobile phone user"/>
              <p14:cNvContentPartPr>
                <a14:cpLocks xmlns:a14="http://schemas.microsoft.com/office/drawing/2010/main" noSelect="1" noChangeArrowheads="1"/>
              </p14:cNvContentPartPr>
              <p14:nvPr/>
            </p14:nvContentPartPr>
            <p14:xfrm>
              <a:off x="8604420" y="4810353"/>
              <a:ext cx="312468" cy="312468"/>
            </p14:xfrm>
          </p:contentPart>
        </mc:Choice>
        <mc:Fallback/>
      </mc:AlternateContent>
      <mc:AlternateContent xmlns:mc="http://schemas.openxmlformats.org/markup-compatibility/2006">
        <mc:Choice xmlns:p14="http://schemas.microsoft.com/office/powerpoint/2010/main" Requires="p14">
          <p:contentPart r:id="rId67">
            <p14:nvContentPartPr>
              <p14:cNvPr id="455" name="Mobile phone user"/>
              <p14:cNvContentPartPr>
                <a14:cpLocks xmlns:a14="http://schemas.microsoft.com/office/drawing/2010/main" noSelect="1" noChangeArrowheads="1"/>
              </p14:cNvContentPartPr>
              <p14:nvPr/>
            </p14:nvContentPartPr>
            <p14:xfrm>
              <a:off x="8623470" y="4635731"/>
              <a:ext cx="312468" cy="312468"/>
            </p14:xfrm>
          </p:contentPart>
        </mc:Choice>
        <mc:Fallback/>
      </mc:AlternateContent>
      <mc:AlternateContent xmlns:mc="http://schemas.openxmlformats.org/markup-compatibility/2006">
        <mc:Choice xmlns:p14="http://schemas.microsoft.com/office/powerpoint/2010/main" Requires="p14">
          <p:contentPart r:id="rId68">
            <p14:nvContentPartPr>
              <p14:cNvPr id="456" name="Mobile phone user"/>
              <p14:cNvContentPartPr>
                <a14:cpLocks xmlns:a14="http://schemas.microsoft.com/office/drawing/2010/main" noSelect="1" noChangeArrowheads="1"/>
              </p14:cNvContentPartPr>
              <p14:nvPr/>
            </p14:nvContentPartPr>
            <p14:xfrm>
              <a:off x="8801267" y="4480158"/>
              <a:ext cx="312468" cy="312468"/>
            </p14:xfrm>
          </p:contentPart>
        </mc:Choice>
        <mc:Fallback/>
      </mc:AlternateContent>
      <mc:AlternateContent xmlns:mc="http://schemas.openxmlformats.org/markup-compatibility/2006">
        <mc:Choice xmlns:p14="http://schemas.microsoft.com/office/powerpoint/2010/main" Requires="p14">
          <p:contentPart r:id="rId69">
            <p14:nvContentPartPr>
              <p14:cNvPr id="457" name="Mobile phone user"/>
              <p14:cNvContentPartPr>
                <a14:cpLocks xmlns:a14="http://schemas.microsoft.com/office/drawing/2010/main" noSelect="1" noChangeArrowheads="1"/>
              </p14:cNvContentPartPr>
              <p14:nvPr/>
            </p14:nvContentPartPr>
            <p14:xfrm>
              <a:off x="8673968" y="4622729"/>
              <a:ext cx="257171" cy="473067"/>
            </p14:xfrm>
          </p:contentPart>
        </mc:Choice>
        <mc:Fallback/>
      </mc:AlternateContent>
      <mc:AlternateContent xmlns:mc="http://schemas.openxmlformats.org/markup-compatibility/2006">
        <mc:Choice xmlns:p14="http://schemas.microsoft.com/office/powerpoint/2010/main" Requires="p14">
          <p:contentPart r:id="rId70">
            <p14:nvContentPartPr>
              <p14:cNvPr id="458" name="Mobile phone user"/>
              <p14:cNvContentPartPr>
                <a14:cpLocks xmlns:a14="http://schemas.microsoft.com/office/drawing/2010/main" noSelect="1" noChangeArrowheads="1"/>
              </p14:cNvContentPartPr>
              <p14:nvPr/>
            </p14:nvContentPartPr>
            <p14:xfrm>
              <a:off x="8668744" y="4528606"/>
              <a:ext cx="391442" cy="645438"/>
            </p14:xfrm>
          </p:contentPart>
        </mc:Choice>
        <mc:Fallback/>
      </mc:AlternateContent>
      <mc:AlternateContent xmlns:mc="http://schemas.openxmlformats.org/markup-compatibility/2006">
        <mc:Choice xmlns:p14="http://schemas.microsoft.com/office/powerpoint/2010/main" Requires="p14">
          <p:contentPart r:id="rId71">
            <p14:nvContentPartPr>
              <p14:cNvPr id="459" name="Mobile phone user"/>
              <p14:cNvContentPartPr>
                <a14:cpLocks xmlns:a14="http://schemas.microsoft.com/office/drawing/2010/main" noSelect="1" noChangeArrowheads="1"/>
              </p14:cNvContentPartPr>
              <p14:nvPr/>
            </p14:nvContentPartPr>
            <p14:xfrm>
              <a:off x="8636169" y="4623031"/>
              <a:ext cx="312468" cy="312468"/>
            </p14:xfrm>
          </p:contentPart>
        </mc:Choice>
        <mc:Fallback/>
      </mc:AlternateContent>
      <mc:AlternateContent xmlns:mc="http://schemas.openxmlformats.org/markup-compatibility/2006">
        <mc:Choice xmlns:p14="http://schemas.microsoft.com/office/powerpoint/2010/main" Requires="p14">
          <p:contentPart r:id="rId72">
            <p14:nvContentPartPr>
              <p14:cNvPr id="460" name="Mobile phone user"/>
              <p14:cNvContentPartPr>
                <a14:cpLocks xmlns:a14="http://schemas.microsoft.com/office/drawing/2010/main" noSelect="1" noChangeArrowheads="1"/>
              </p14:cNvContentPartPr>
              <p14:nvPr/>
            </p14:nvContentPartPr>
            <p14:xfrm>
              <a:off x="8772693" y="4518258"/>
              <a:ext cx="312468" cy="312468"/>
            </p14:xfrm>
          </p:contentPart>
        </mc:Choice>
        <mc:Fallback/>
      </mc:AlternateContent>
      <mc:AlternateContent xmlns:mc="http://schemas.openxmlformats.org/markup-compatibility/2006">
        <mc:Choice xmlns:p14="http://schemas.microsoft.com/office/powerpoint/2010/main" Requires="p14">
          <p:contentPart r:id="rId73">
            <p14:nvContentPartPr>
              <p14:cNvPr id="461" name="Mobile phone user"/>
              <p14:cNvContentPartPr>
                <a14:cpLocks xmlns:a14="http://schemas.microsoft.com/office/drawing/2010/main" noSelect="1" noChangeArrowheads="1"/>
              </p14:cNvContentPartPr>
              <p14:nvPr/>
            </p14:nvContentPartPr>
            <p14:xfrm>
              <a:off x="8744118" y="4680180"/>
              <a:ext cx="312468" cy="312468"/>
            </p14:xfrm>
          </p:contentPart>
        </mc:Choice>
        <mc:Fallback/>
      </mc:AlternateContent>
      <mc:AlternateContent xmlns:mc="http://schemas.openxmlformats.org/markup-compatibility/2006">
        <mc:Choice xmlns:p14="http://schemas.microsoft.com/office/powerpoint/2010/main" Requires="p14">
          <p:contentPart r:id="rId74">
            <p14:nvContentPartPr>
              <p14:cNvPr id="462" name="Mobile phone user"/>
              <p14:cNvContentPartPr>
                <a14:cpLocks xmlns:a14="http://schemas.microsoft.com/office/drawing/2010/main" noSelect="1" noChangeArrowheads="1"/>
              </p14:cNvContentPartPr>
              <p14:nvPr/>
            </p14:nvContentPartPr>
            <p14:xfrm>
              <a:off x="8582196" y="4556357"/>
              <a:ext cx="312468" cy="312468"/>
            </p14:xfrm>
          </p:contentPart>
        </mc:Choice>
        <mc:Fallback/>
      </mc:AlternateContent>
      <mc:AlternateContent xmlns:mc="http://schemas.openxmlformats.org/markup-compatibility/2006">
        <mc:Choice xmlns:p14="http://schemas.microsoft.com/office/powerpoint/2010/main" Requires="p14">
          <p:contentPart r:id="rId75">
            <p14:nvContentPartPr>
              <p14:cNvPr id="463" name="Mobile phone user"/>
              <p14:cNvContentPartPr>
                <a14:cpLocks xmlns:a14="http://schemas.microsoft.com/office/drawing/2010/main" noSelect="1" noChangeArrowheads="1"/>
              </p14:cNvContentPartPr>
              <p14:nvPr/>
            </p14:nvContentPartPr>
            <p14:xfrm>
              <a:off x="8718718" y="4591281"/>
              <a:ext cx="312468" cy="312468"/>
            </p14:xfrm>
          </p:contentPart>
        </mc:Choice>
        <mc:Fallback/>
      </mc:AlternateContent>
      <mc:AlternateContent xmlns:mc="http://schemas.openxmlformats.org/markup-compatibility/2006">
        <mc:Choice xmlns:p14="http://schemas.microsoft.com/office/powerpoint/2010/main" Requires="p14">
          <p:contentPart r:id="rId76">
            <p14:nvContentPartPr>
              <p14:cNvPr id="464" name="Mobile phone user"/>
              <p14:cNvContentPartPr>
                <a14:cpLocks xmlns:a14="http://schemas.microsoft.com/office/drawing/2010/main" noSelect="1" noChangeArrowheads="1"/>
              </p14:cNvContentPartPr>
              <p14:nvPr/>
            </p14:nvContentPartPr>
            <p14:xfrm>
              <a:off x="8807617" y="4588107"/>
              <a:ext cx="312468" cy="312468"/>
            </p14:xfrm>
          </p:contentPart>
        </mc:Choice>
        <mc:Fallback/>
      </mc:AlternateContent>
      <mc:AlternateContent xmlns:mc="http://schemas.openxmlformats.org/markup-compatibility/2006">
        <mc:Choice xmlns:p14="http://schemas.microsoft.com/office/powerpoint/2010/main" Requires="p14">
          <p:contentPart r:id="rId77">
            <p14:nvContentPartPr>
              <p14:cNvPr id="465" name="Mobile phone user"/>
              <p14:cNvContentPartPr>
                <a14:cpLocks xmlns:a14="http://schemas.microsoft.com/office/drawing/2010/main" noSelect="1" noChangeArrowheads="1"/>
              </p14:cNvContentPartPr>
              <p14:nvPr/>
            </p14:nvContentPartPr>
            <p14:xfrm>
              <a:off x="8632723" y="4540211"/>
              <a:ext cx="365059" cy="644455"/>
            </p14:xfrm>
          </p:contentPart>
        </mc:Choice>
        <mc:Fallback/>
      </mc:AlternateContent>
      <mc:AlternateContent xmlns:mc="http://schemas.openxmlformats.org/markup-compatibility/2006">
        <mc:Choice xmlns:p14="http://schemas.microsoft.com/office/powerpoint/2010/main" Requires="p14">
          <p:contentPart r:id="rId78">
            <p14:nvContentPartPr>
              <p14:cNvPr id="466" name="Mobile phone user"/>
              <p14:cNvContentPartPr>
                <a14:cpLocks xmlns:a14="http://schemas.microsoft.com/office/drawing/2010/main" noSelect="1" noChangeArrowheads="1"/>
              </p14:cNvContentPartPr>
              <p14:nvPr/>
            </p14:nvContentPartPr>
            <p14:xfrm>
              <a:off x="8718718" y="4565882"/>
              <a:ext cx="312468" cy="312468"/>
            </p14:xfrm>
          </p:contentPart>
        </mc:Choice>
        <mc:Fallback/>
      </mc:AlternateContent>
      <mc:AlternateContent xmlns:mc="http://schemas.openxmlformats.org/markup-compatibility/2006">
        <mc:Choice xmlns:p14="http://schemas.microsoft.com/office/powerpoint/2010/main" Requires="p14">
          <p:contentPart r:id="rId79">
            <p14:nvContentPartPr>
              <p14:cNvPr id="467" name="Mobile phone user"/>
              <p14:cNvContentPartPr>
                <a14:cpLocks xmlns:a14="http://schemas.microsoft.com/office/drawing/2010/main" noSelect="1" noChangeArrowheads="1"/>
              </p14:cNvContentPartPr>
              <p14:nvPr/>
            </p14:nvContentPartPr>
            <p14:xfrm>
              <a:off x="8807617" y="4369035"/>
              <a:ext cx="312468" cy="312468"/>
            </p14:xfrm>
          </p:contentPart>
        </mc:Choice>
        <mc:Fallback/>
      </mc:AlternateContent>
      <mc:AlternateContent xmlns:mc="http://schemas.openxmlformats.org/markup-compatibility/2006">
        <mc:Choice xmlns:p14="http://schemas.microsoft.com/office/powerpoint/2010/main" Requires="p14">
          <p:contentPart r:id="rId80">
            <p14:nvContentPartPr>
              <p14:cNvPr id="468" name="Mobile phone user"/>
              <p14:cNvContentPartPr>
                <a14:cpLocks xmlns:a14="http://schemas.microsoft.com/office/drawing/2010/main" noSelect="1" noChangeArrowheads="1"/>
              </p14:cNvContentPartPr>
              <p14:nvPr/>
            </p14:nvContentPartPr>
            <p14:xfrm>
              <a:off x="7987659" y="4834932"/>
              <a:ext cx="584710" cy="333889"/>
            </p14:xfrm>
          </p:contentPart>
        </mc:Choice>
        <mc:Fallback/>
      </mc:AlternateContent>
      <mc:AlternateContent xmlns:mc="http://schemas.openxmlformats.org/markup-compatibility/2006">
        <mc:Choice xmlns:p14="http://schemas.microsoft.com/office/powerpoint/2010/main" Requires="p14">
          <p:contentPart r:id="rId81">
            <p14:nvContentPartPr>
              <p14:cNvPr id="469" name="Mobile phone user"/>
              <p14:cNvContentPartPr>
                <a14:cpLocks xmlns:a14="http://schemas.microsoft.com/office/drawing/2010/main" noSelect="1" noChangeArrowheads="1"/>
              </p14:cNvContentPartPr>
              <p14:nvPr/>
            </p14:nvContentPartPr>
            <p14:xfrm>
              <a:off x="7508760" y="4851195"/>
              <a:ext cx="1705853" cy="280009"/>
            </p14:xfrm>
          </p:contentPart>
        </mc:Choice>
        <mc:Fallback/>
      </mc:AlternateContent>
      <mc:AlternateContent xmlns:mc="http://schemas.openxmlformats.org/markup-compatibility/2006">
        <mc:Choice xmlns:p14="http://schemas.microsoft.com/office/powerpoint/2010/main" Requires="p14">
          <p:contentPart r:id="rId82">
            <p14:nvContentPartPr>
              <p14:cNvPr id="470" name="Mobile phone user"/>
              <p14:cNvContentPartPr>
                <a14:cpLocks xmlns:a14="http://schemas.microsoft.com/office/drawing/2010/main" noSelect="1" noChangeArrowheads="1"/>
              </p14:cNvContentPartPr>
              <p14:nvPr/>
            </p14:nvContentPartPr>
            <p14:xfrm>
              <a:off x="5295819" y="4714803"/>
              <a:ext cx="4043420" cy="358769"/>
            </p14:xfrm>
          </p:contentPart>
        </mc:Choice>
        <mc:Fallback/>
      </mc:AlternateContent>
      <mc:AlternateContent xmlns:mc="http://schemas.openxmlformats.org/markup-compatibility/2006">
        <mc:Choice xmlns:p14="http://schemas.microsoft.com/office/powerpoint/2010/main" Requires="p14">
          <p:contentPart r:id="rId83">
            <p14:nvContentPartPr>
              <p14:cNvPr id="471" name="Mobile phone user"/>
              <p14:cNvContentPartPr>
                <a14:cpLocks xmlns:a14="http://schemas.microsoft.com/office/drawing/2010/main" noSelect="1" noChangeArrowheads="1"/>
              </p14:cNvContentPartPr>
              <p14:nvPr/>
            </p14:nvContentPartPr>
            <p14:xfrm>
              <a:off x="8490696" y="4461683"/>
              <a:ext cx="350668" cy="620538"/>
            </p14:xfrm>
          </p:contentPart>
        </mc:Choice>
        <mc:Fallback/>
      </mc:AlternateContent>
      <mc:AlternateContent xmlns:mc="http://schemas.openxmlformats.org/markup-compatibility/2006">
        <mc:Choice xmlns:p14="http://schemas.microsoft.com/office/powerpoint/2010/main" Requires="p14">
          <p:contentPart r:id="rId84">
            <p14:nvContentPartPr>
              <p14:cNvPr id="472" name="Mobile phone user"/>
              <p14:cNvContentPartPr>
                <a14:cpLocks xmlns:a14="http://schemas.microsoft.com/office/drawing/2010/main" noSelect="1" noChangeArrowheads="1"/>
              </p14:cNvContentPartPr>
              <p14:nvPr/>
            </p14:nvContentPartPr>
            <p14:xfrm>
              <a:off x="8723755" y="4494720"/>
              <a:ext cx="436990" cy="665587"/>
            </p14:xfrm>
          </p:contentPart>
        </mc:Choice>
        <mc:Fallback/>
      </mc:AlternateContent>
    </p:spTree>
    <p:extLst>
      <p:ext uri="{BB962C8B-B14F-4D97-AF65-F5344CB8AC3E}">
        <p14:creationId xmlns:p14="http://schemas.microsoft.com/office/powerpoint/2010/main" val="1178056316"/>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98" name="Rectangle"/>
          <p:cNvSpPr>
            <a:spLocks/>
          </p:cNvSpPr>
          <p:nvPr/>
        </p:nvSpPr>
        <p:spPr>
          <a:xfrm rot="0">
            <a:off x="496119" y="874663"/>
            <a:ext cx="8151763" cy="3875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400" b="0" i="0" u="none" strike="noStrike" kern="1200" cap="none" spc="0" baseline="0">
                <a:solidFill>
                  <a:srgbClr val="1B1B27"/>
                </a:solidFill>
                <a:latin typeface="Raleway" pitchFamily="34" charset="0"/>
                <a:ea typeface="Raleway" pitchFamily="34" charset="0"/>
                <a:cs typeface="Raleway" pitchFamily="34" charset="0"/>
              </a:rPr>
              <a:t>GitHub Directory Structure</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99" name="Rectangle"/>
          <p:cNvSpPr>
            <a:spLocks/>
          </p:cNvSpPr>
          <p:nvPr/>
        </p:nvSpPr>
        <p:spPr>
          <a:xfrm rot="0">
            <a:off x="496119" y="1510233"/>
            <a:ext cx="8608963" cy="198462"/>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3C3939"/>
                </a:solidFill>
                <a:latin typeface="Roboto Bold" pitchFamily="34" charset="0"/>
                <a:ea typeface="Roboto Bold" pitchFamily="34" charset="0"/>
                <a:cs typeface="Roboto Bold" pitchFamily="34" charset="0"/>
              </a:rPr>
              <a:t>cybersecurity-ai-agent/</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0" name="Rounded rectangle"/>
          <p:cNvSpPr>
            <a:spLocks/>
          </p:cNvSpPr>
          <p:nvPr/>
        </p:nvSpPr>
        <p:spPr>
          <a:xfrm rot="0">
            <a:off x="496119" y="1848222"/>
            <a:ext cx="4013895" cy="724198"/>
          </a:xfrm>
          <a:prstGeom prst="roundRect">
            <a:avLst>
              <a:gd name="adj" fmla="val 7194"/>
            </a:avLst>
          </a:prstGeom>
          <a:solidFill>
            <a:srgbClr val="E1E1EA"/>
          </a:solidFill>
          <a:ln w="4763" cmpd="sng" cap="flat">
            <a:solidFill>
              <a:srgbClr val="C7C7D0"/>
            </a:solidFill>
            <a:prstDash val="solid"/>
            <a:round/>
          </a:ln>
        </p:spPr>
      </p:sp>
      <p:sp>
        <p:nvSpPr>
          <p:cNvPr id="101" name="Rectangle"/>
          <p:cNvSpPr>
            <a:spLocks/>
          </p:cNvSpPr>
          <p:nvPr/>
        </p:nvSpPr>
        <p:spPr>
          <a:xfrm rot="0">
            <a:off x="624855" y="1976958"/>
            <a:ext cx="3756422"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Raleway" pitchFamily="34" charset="0"/>
                <a:ea typeface="Raleway" pitchFamily="34" charset="0"/>
                <a:cs typeface="Raleway" pitchFamily="34" charset="0"/>
              </a:rPr>
              <a:t>📁</a:t>
            </a:r>
            <a:r>
              <a:rPr lang="en-US" altLang="zh-CN" sz="1200" b="0" i="0" u="none" strike="noStrike" kern="1200" cap="none" spc="0" baseline="0">
                <a:solidFill>
                  <a:srgbClr val="3C3939"/>
                </a:solidFill>
                <a:latin typeface="Raleway" pitchFamily="34" charset="0"/>
                <a:ea typeface="Raleway" pitchFamily="34" charset="0"/>
                <a:cs typeface="Raleway" pitchFamily="34" charset="0"/>
              </a:rPr>
              <a:t> backend/</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2" name="Rectangle"/>
          <p:cNvSpPr>
            <a:spLocks/>
          </p:cNvSpPr>
          <p:nvPr/>
        </p:nvSpPr>
        <p:spPr>
          <a:xfrm rot="0">
            <a:off x="624855" y="2245221"/>
            <a:ext cx="37564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FastAPI server, AI analysis module, and API route definitions.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3" name="Rounded rectangle"/>
          <p:cNvSpPr>
            <a:spLocks/>
          </p:cNvSpPr>
          <p:nvPr/>
        </p:nvSpPr>
        <p:spPr>
          <a:xfrm rot="0">
            <a:off x="4633987" y="1848222"/>
            <a:ext cx="4013895" cy="724198"/>
          </a:xfrm>
          <a:prstGeom prst="roundRect">
            <a:avLst>
              <a:gd name="adj" fmla="val 7194"/>
            </a:avLst>
          </a:prstGeom>
          <a:solidFill>
            <a:srgbClr val="E1E1EA"/>
          </a:solidFill>
          <a:ln w="4763" cmpd="sng" cap="flat">
            <a:solidFill>
              <a:srgbClr val="C7C7D0"/>
            </a:solidFill>
            <a:prstDash val="solid"/>
            <a:round/>
          </a:ln>
        </p:spPr>
      </p:sp>
      <p:sp>
        <p:nvSpPr>
          <p:cNvPr id="104" name="Rectangle"/>
          <p:cNvSpPr>
            <a:spLocks/>
          </p:cNvSpPr>
          <p:nvPr/>
        </p:nvSpPr>
        <p:spPr>
          <a:xfrm rot="0">
            <a:off x="4762723" y="1976958"/>
            <a:ext cx="3756422"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Raleway" pitchFamily="34" charset="0"/>
                <a:ea typeface="Raleway" pitchFamily="34" charset="0"/>
                <a:cs typeface="Raleway" pitchFamily="34" charset="0"/>
              </a:rPr>
              <a:t>📁</a:t>
            </a:r>
            <a:r>
              <a:rPr lang="en-US" altLang="zh-CN" sz="1200" b="0" i="0" u="none" strike="noStrike" kern="1200" cap="none" spc="0" baseline="0">
                <a:solidFill>
                  <a:srgbClr val="3C3939"/>
                </a:solidFill>
                <a:latin typeface="Raleway" pitchFamily="34" charset="0"/>
                <a:ea typeface="Raleway" pitchFamily="34" charset="0"/>
                <a:cs typeface="Raleway" pitchFamily="34" charset="0"/>
              </a:rPr>
              <a:t> frontend/</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5" name="Rectangle"/>
          <p:cNvSpPr>
            <a:spLocks/>
          </p:cNvSpPr>
          <p:nvPr/>
        </p:nvSpPr>
        <p:spPr>
          <a:xfrm rot="0">
            <a:off x="4762723" y="2245221"/>
            <a:ext cx="37564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React.js application, UI components, and client-side logic.</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6" name="Rounded rectangle"/>
          <p:cNvSpPr>
            <a:spLocks/>
          </p:cNvSpPr>
          <p:nvPr/>
        </p:nvSpPr>
        <p:spPr>
          <a:xfrm rot="0">
            <a:off x="496119" y="2696394"/>
            <a:ext cx="4013895" cy="724198"/>
          </a:xfrm>
          <a:prstGeom prst="roundRect">
            <a:avLst>
              <a:gd name="adj" fmla="val 7194"/>
            </a:avLst>
          </a:prstGeom>
          <a:solidFill>
            <a:srgbClr val="E1E1EA"/>
          </a:solidFill>
          <a:ln w="4763" cmpd="sng" cap="flat">
            <a:solidFill>
              <a:srgbClr val="C7C7D0"/>
            </a:solidFill>
            <a:prstDash val="solid"/>
            <a:round/>
          </a:ln>
        </p:spPr>
      </p:sp>
      <p:sp>
        <p:nvSpPr>
          <p:cNvPr id="107" name="Rectangle"/>
          <p:cNvSpPr>
            <a:spLocks/>
          </p:cNvSpPr>
          <p:nvPr/>
        </p:nvSpPr>
        <p:spPr>
          <a:xfrm rot="0">
            <a:off x="624855" y="2825130"/>
            <a:ext cx="375642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Raleway" pitchFamily="34" charset="0"/>
                <a:ea typeface="Raleway" pitchFamily="34" charset="0"/>
                <a:cs typeface="Raleway" pitchFamily="34" charset="0"/>
              </a:rPr>
              <a:t>📁</a:t>
            </a:r>
            <a:r>
              <a:rPr lang="en-US" altLang="zh-CN" sz="1200" b="0" i="0" u="none" strike="noStrike" kern="1200" cap="none" spc="0" baseline="0">
                <a:solidFill>
                  <a:srgbClr val="3C3939"/>
                </a:solidFill>
                <a:latin typeface="Raleway" pitchFamily="34" charset="0"/>
                <a:ea typeface="Raleway" pitchFamily="34" charset="0"/>
                <a:cs typeface="Raleway" pitchFamily="34" charset="0"/>
              </a:rPr>
              <a:t> docs/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8" name="Rectangle"/>
          <p:cNvSpPr>
            <a:spLocks/>
          </p:cNvSpPr>
          <p:nvPr/>
        </p:nvSpPr>
        <p:spPr>
          <a:xfrm rot="0">
            <a:off x="624855" y="3093392"/>
            <a:ext cx="37564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Project documentation and technical specifications.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9" name="Rounded rectangle"/>
          <p:cNvSpPr>
            <a:spLocks/>
          </p:cNvSpPr>
          <p:nvPr/>
        </p:nvSpPr>
        <p:spPr>
          <a:xfrm rot="0">
            <a:off x="4633987" y="2696394"/>
            <a:ext cx="4013895" cy="724198"/>
          </a:xfrm>
          <a:prstGeom prst="roundRect">
            <a:avLst>
              <a:gd name="adj" fmla="val 7194"/>
            </a:avLst>
          </a:prstGeom>
          <a:solidFill>
            <a:srgbClr val="E1E1EA"/>
          </a:solidFill>
          <a:ln w="4763" cmpd="sng" cap="flat">
            <a:solidFill>
              <a:srgbClr val="C7C7D0"/>
            </a:solidFill>
            <a:prstDash val="solid"/>
            <a:round/>
          </a:ln>
        </p:spPr>
      </p:sp>
      <p:sp>
        <p:nvSpPr>
          <p:cNvPr id="110" name="Rectangle"/>
          <p:cNvSpPr>
            <a:spLocks/>
          </p:cNvSpPr>
          <p:nvPr/>
        </p:nvSpPr>
        <p:spPr>
          <a:xfrm rot="0">
            <a:off x="4762723" y="2825130"/>
            <a:ext cx="375642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Raleway" pitchFamily="34" charset="0"/>
                <a:ea typeface="Raleway" pitchFamily="34" charset="0"/>
                <a:cs typeface="Raleway" pitchFamily="34" charset="0"/>
              </a:rPr>
              <a:t>📁</a:t>
            </a:r>
            <a:r>
              <a:rPr lang="en-US" altLang="zh-CN" sz="1200" b="0" i="0" u="none" strike="noStrike" kern="1200" cap="none" spc="0" baseline="0">
                <a:solidFill>
                  <a:srgbClr val="3C3939"/>
                </a:solidFill>
                <a:latin typeface="Raleway" pitchFamily="34" charset="0"/>
                <a:ea typeface="Raleway" pitchFamily="34" charset="0"/>
                <a:cs typeface="Raleway" pitchFamily="34" charset="0"/>
              </a:rPr>
              <a:t> screenshots/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1" name="Rectangle"/>
          <p:cNvSpPr>
            <a:spLocks/>
          </p:cNvSpPr>
          <p:nvPr/>
        </p:nvSpPr>
        <p:spPr>
          <a:xfrm rot="0">
            <a:off x="4762723" y="3093392"/>
            <a:ext cx="37564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Visual captures of the application interface and outputs.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2" name="Rounded rectangle"/>
          <p:cNvSpPr>
            <a:spLocks/>
          </p:cNvSpPr>
          <p:nvPr/>
        </p:nvSpPr>
        <p:spPr>
          <a:xfrm rot="0">
            <a:off x="496119" y="3544565"/>
            <a:ext cx="4013895" cy="724198"/>
          </a:xfrm>
          <a:prstGeom prst="roundRect">
            <a:avLst>
              <a:gd name="adj" fmla="val 7194"/>
            </a:avLst>
          </a:prstGeom>
          <a:solidFill>
            <a:srgbClr val="E1E1EA"/>
          </a:solidFill>
          <a:ln w="4763" cmpd="sng" cap="flat">
            <a:solidFill>
              <a:srgbClr val="C7C7D0"/>
            </a:solidFill>
            <a:prstDash val="solid"/>
            <a:round/>
          </a:ln>
        </p:spPr>
      </p:sp>
      <p:sp>
        <p:nvSpPr>
          <p:cNvPr id="113" name="Rectangle"/>
          <p:cNvSpPr>
            <a:spLocks/>
          </p:cNvSpPr>
          <p:nvPr/>
        </p:nvSpPr>
        <p:spPr>
          <a:xfrm rot="0">
            <a:off x="624855" y="3673301"/>
            <a:ext cx="375642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Raleway" pitchFamily="34" charset="0"/>
                <a:ea typeface="Raleway" pitchFamily="34" charset="0"/>
                <a:cs typeface="Raleway" pitchFamily="34" charset="0"/>
              </a:rPr>
              <a:t>📁</a:t>
            </a:r>
            <a:r>
              <a:rPr lang="en-US" altLang="zh-CN" sz="1200" b="0" i="0" u="none" strike="noStrike" kern="1200" cap="none" spc="0" baseline="0">
                <a:solidFill>
                  <a:srgbClr val="3C3939"/>
                </a:solidFill>
                <a:latin typeface="Raleway" pitchFamily="34" charset="0"/>
                <a:ea typeface="Raleway" pitchFamily="34" charset="0"/>
                <a:cs typeface="Raleway" pitchFamily="34" charset="0"/>
              </a:rPr>
              <a:t> architecture/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4" name="Rectangle"/>
          <p:cNvSpPr>
            <a:spLocks/>
          </p:cNvSpPr>
          <p:nvPr/>
        </p:nvSpPr>
        <p:spPr>
          <a:xfrm rot="0">
            <a:off x="624855" y="3941563"/>
            <a:ext cx="37564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System architecture diagrams and design artifacts.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5" name="Rounded rectangle"/>
          <p:cNvSpPr>
            <a:spLocks/>
          </p:cNvSpPr>
          <p:nvPr/>
        </p:nvSpPr>
        <p:spPr>
          <a:xfrm rot="0">
            <a:off x="4633987" y="3544565"/>
            <a:ext cx="4013895" cy="724198"/>
          </a:xfrm>
          <a:prstGeom prst="roundRect">
            <a:avLst>
              <a:gd name="adj" fmla="val 7194"/>
            </a:avLst>
          </a:prstGeom>
          <a:solidFill>
            <a:srgbClr val="E1E1EA"/>
          </a:solidFill>
          <a:ln w="4763" cmpd="sng" cap="flat">
            <a:solidFill>
              <a:srgbClr val="C7C7D0"/>
            </a:solidFill>
            <a:prstDash val="solid"/>
            <a:round/>
          </a:ln>
        </p:spPr>
      </p:sp>
      <p:sp>
        <p:nvSpPr>
          <p:cNvPr id="116" name="Rectangle"/>
          <p:cNvSpPr>
            <a:spLocks/>
          </p:cNvSpPr>
          <p:nvPr/>
        </p:nvSpPr>
        <p:spPr>
          <a:xfrm rot="0">
            <a:off x="4762723" y="3673301"/>
            <a:ext cx="375642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Raleway" pitchFamily="34" charset="0"/>
                <a:ea typeface="Raleway" pitchFamily="34" charset="0"/>
                <a:cs typeface="Raleway" pitchFamily="34" charset="0"/>
              </a:rPr>
              <a:t>📄</a:t>
            </a:r>
            <a:r>
              <a:rPr lang="en-US" altLang="zh-CN" sz="1200" b="0" i="0" u="none" strike="noStrike" kern="1200" cap="none" spc="0" baseline="0">
                <a:solidFill>
                  <a:srgbClr val="3C3939"/>
                </a:solidFill>
                <a:latin typeface="Raleway" pitchFamily="34" charset="0"/>
                <a:ea typeface="Raleway" pitchFamily="34" charset="0"/>
                <a:cs typeface="Raleway" pitchFamily="34" charset="0"/>
              </a:rPr>
              <a:t> README.md</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7" name="Rectangle"/>
          <p:cNvSpPr>
            <a:spLocks/>
          </p:cNvSpPr>
          <p:nvPr/>
        </p:nvSpPr>
        <p:spPr>
          <a:xfrm rot="0">
            <a:off x="4762723" y="3941563"/>
            <a:ext cx="3756422"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Project overview, setup instructions, and usage guide.</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1">
            <p14:nvContentPartPr>
              <p14:cNvPr id="473" name="Mobile phone user"/>
              <p14:cNvContentPartPr>
                <a14:cpLocks xmlns:a14="http://schemas.microsoft.com/office/drawing/2010/main" noSelect="1" noChangeArrowheads="1"/>
              </p14:cNvContentPartPr>
              <p14:nvPr/>
            </p14:nvContentPartPr>
            <p14:xfrm>
              <a:off x="8508870" y="4768777"/>
              <a:ext cx="253996" cy="301620"/>
            </p14:xfrm>
          </p:contentPart>
        </mc:Choice>
        <mc:Fallback/>
      </mc:AlternateContent>
      <mc:AlternateContent xmlns:mc="http://schemas.openxmlformats.org/markup-compatibility/2006">
        <mc:Choice xmlns:p14="http://schemas.microsoft.com/office/powerpoint/2010/main" Requires="p14">
          <p:contentPart r:id="rId2">
            <p14:nvContentPartPr>
              <p14:cNvPr id="474" name="Mobile phone user"/>
              <p14:cNvContentPartPr>
                <a14:cpLocks xmlns:a14="http://schemas.microsoft.com/office/drawing/2010/main" noSelect="1" noChangeArrowheads="1"/>
              </p14:cNvContentPartPr>
              <p14:nvPr/>
            </p14:nvContentPartPr>
            <p14:xfrm>
              <a:off x="8486947" y="4753204"/>
              <a:ext cx="312468" cy="312468"/>
            </p14:xfrm>
          </p:contentPart>
        </mc:Choice>
        <mc:Fallback/>
      </mc:AlternateContent>
      <mc:AlternateContent xmlns:mc="http://schemas.openxmlformats.org/markup-compatibility/2006">
        <mc:Choice xmlns:p14="http://schemas.microsoft.com/office/powerpoint/2010/main" Requires="p14">
          <p:contentPart r:id="rId3">
            <p14:nvContentPartPr>
              <p14:cNvPr id="475" name="Mobile phone user"/>
              <p14:cNvContentPartPr>
                <a14:cpLocks xmlns:a14="http://schemas.microsoft.com/office/drawing/2010/main" noSelect="1" noChangeArrowheads="1"/>
              </p14:cNvContentPartPr>
              <p14:nvPr/>
            </p14:nvContentPartPr>
            <p14:xfrm>
              <a:off x="7918329" y="4905300"/>
              <a:ext cx="857236" cy="253996"/>
            </p14:xfrm>
          </p:contentPart>
        </mc:Choice>
        <mc:Fallback/>
      </mc:AlternateContent>
      <mc:AlternateContent xmlns:mc="http://schemas.openxmlformats.org/markup-compatibility/2006">
        <mc:Choice xmlns:p14="http://schemas.microsoft.com/office/powerpoint/2010/main" Requires="p14">
          <p:contentPart r:id="rId4">
            <p14:nvContentPartPr>
              <p14:cNvPr id="476" name="Mobile phone user"/>
              <p14:cNvContentPartPr>
                <a14:cpLocks xmlns:a14="http://schemas.microsoft.com/office/drawing/2010/main" noSelect="1" noChangeArrowheads="1"/>
              </p14:cNvContentPartPr>
              <p14:nvPr/>
            </p14:nvContentPartPr>
            <p14:xfrm>
              <a:off x="7907831" y="4628106"/>
              <a:ext cx="880435" cy="296243"/>
            </p14:xfrm>
          </p:contentPart>
        </mc:Choice>
        <mc:Fallback/>
      </mc:AlternateContent>
      <mc:AlternateContent xmlns:mc="http://schemas.openxmlformats.org/markup-compatibility/2006">
        <mc:Choice xmlns:p14="http://schemas.microsoft.com/office/powerpoint/2010/main" Requires="p14">
          <p:contentPart r:id="rId5">
            <p14:nvContentPartPr>
              <p14:cNvPr id="477" name="Mobile phone user"/>
              <p14:cNvContentPartPr>
                <a14:cpLocks xmlns:a14="http://schemas.microsoft.com/office/drawing/2010/main" noSelect="1" noChangeArrowheads="1"/>
              </p14:cNvContentPartPr>
              <p14:nvPr/>
            </p14:nvContentPartPr>
            <p14:xfrm>
              <a:off x="7931029" y="4825926"/>
              <a:ext cx="958835" cy="260346"/>
            </p14:xfrm>
          </p:contentPart>
        </mc:Choice>
        <mc:Fallback/>
      </mc:AlternateContent>
      <mc:AlternateContent xmlns:mc="http://schemas.openxmlformats.org/markup-compatibility/2006">
        <mc:Choice xmlns:p14="http://schemas.microsoft.com/office/powerpoint/2010/main" Requires="p14">
          <p:contentPart r:id="rId6">
            <p14:nvContentPartPr>
              <p14:cNvPr id="478" name="Mobile phone user"/>
              <p14:cNvContentPartPr>
                <a14:cpLocks xmlns:a14="http://schemas.microsoft.com/office/drawing/2010/main" noSelect="1" noChangeArrowheads="1"/>
              </p14:cNvContentPartPr>
              <p14:nvPr/>
            </p14:nvContentPartPr>
            <p14:xfrm>
              <a:off x="7759582" y="4698928"/>
              <a:ext cx="1031859" cy="253996"/>
            </p14:xfrm>
          </p:contentPart>
        </mc:Choice>
        <mc:Fallback/>
      </mc:AlternateContent>
      <mc:AlternateContent xmlns:mc="http://schemas.openxmlformats.org/markup-compatibility/2006">
        <mc:Choice xmlns:p14="http://schemas.microsoft.com/office/powerpoint/2010/main" Requires="p14">
          <p:contentPart r:id="rId7">
            <p14:nvContentPartPr>
              <p14:cNvPr id="479" name="Mobile phone user"/>
              <p14:cNvContentPartPr>
                <a14:cpLocks xmlns:a14="http://schemas.microsoft.com/office/drawing/2010/main" noSelect="1" noChangeArrowheads="1"/>
              </p14:cNvContentPartPr>
              <p14:nvPr/>
            </p14:nvContentPartPr>
            <p14:xfrm>
              <a:off x="7880229" y="4746553"/>
              <a:ext cx="1019159" cy="253996"/>
            </p14:xfrm>
          </p:contentPart>
        </mc:Choice>
        <mc:Fallback/>
      </mc:AlternateContent>
      <mc:AlternateContent xmlns:mc="http://schemas.openxmlformats.org/markup-compatibility/2006">
        <mc:Choice xmlns:p14="http://schemas.microsoft.com/office/powerpoint/2010/main" Requires="p14">
          <p:contentPart r:id="rId8">
            <p14:nvContentPartPr>
              <p14:cNvPr id="480" name="Mobile phone user"/>
              <p14:cNvContentPartPr>
                <a14:cpLocks xmlns:a14="http://schemas.microsoft.com/office/drawing/2010/main" noSelect="1" noChangeArrowheads="1"/>
              </p14:cNvContentPartPr>
              <p14:nvPr/>
            </p14:nvContentPartPr>
            <p14:xfrm>
              <a:off x="7704144" y="4913362"/>
              <a:ext cx="1023903" cy="258634"/>
            </p14:xfrm>
          </p:contentPart>
        </mc:Choice>
        <mc:Fallback/>
      </mc:AlternateContent>
      <mc:AlternateContent xmlns:mc="http://schemas.openxmlformats.org/markup-compatibility/2006">
        <mc:Choice xmlns:p14="http://schemas.microsoft.com/office/powerpoint/2010/main" Requires="p14">
          <p:contentPart r:id="rId9">
            <p14:nvContentPartPr>
              <p14:cNvPr id="481" name="Mobile phone user"/>
              <p14:cNvContentPartPr>
                <a14:cpLocks xmlns:a14="http://schemas.microsoft.com/office/drawing/2010/main" noSelect="1" noChangeArrowheads="1"/>
              </p14:cNvContentPartPr>
              <p14:nvPr/>
            </p14:nvContentPartPr>
            <p14:xfrm>
              <a:off x="8001243" y="4772317"/>
              <a:ext cx="757625" cy="285380"/>
            </p14:xfrm>
          </p:contentPart>
        </mc:Choice>
        <mc:Fallback/>
      </mc:AlternateContent>
      <mc:AlternateContent xmlns:mc="http://schemas.openxmlformats.org/markup-compatibility/2006">
        <mc:Choice xmlns:p14="http://schemas.microsoft.com/office/powerpoint/2010/main" Requires="p14">
          <p:contentPart r:id="rId10">
            <p14:nvContentPartPr>
              <p14:cNvPr id="482" name="Mobile phone user"/>
              <p14:cNvContentPartPr>
                <a14:cpLocks xmlns:a14="http://schemas.microsoft.com/office/drawing/2010/main" noSelect="1" noChangeArrowheads="1"/>
              </p14:cNvContentPartPr>
              <p14:nvPr/>
            </p14:nvContentPartPr>
            <p14:xfrm>
              <a:off x="8019928" y="4771952"/>
              <a:ext cx="772782" cy="253996"/>
            </p14:xfrm>
          </p:contentPart>
        </mc:Choice>
        <mc:Fallback/>
      </mc:AlternateContent>
      <mc:AlternateContent xmlns:mc="http://schemas.openxmlformats.org/markup-compatibility/2006">
        <mc:Choice xmlns:p14="http://schemas.microsoft.com/office/powerpoint/2010/main" Requires="p14">
          <p:contentPart r:id="rId11">
            <p14:nvContentPartPr>
              <p14:cNvPr id="483" name="Mobile phone user"/>
              <p14:cNvContentPartPr>
                <a14:cpLocks xmlns:a14="http://schemas.microsoft.com/office/drawing/2010/main" noSelect="1" noChangeArrowheads="1"/>
              </p14:cNvContentPartPr>
              <p14:nvPr/>
            </p14:nvContentPartPr>
            <p14:xfrm>
              <a:off x="8185189" y="4749892"/>
              <a:ext cx="592235" cy="288244"/>
            </p14:xfrm>
          </p:contentPart>
        </mc:Choice>
        <mc:Fallback/>
      </mc:AlternateContent>
      <mc:AlternateContent xmlns:mc="http://schemas.openxmlformats.org/markup-compatibility/2006">
        <mc:Choice xmlns:p14="http://schemas.microsoft.com/office/powerpoint/2010/main" Requires="p14">
          <p:contentPart r:id="rId12">
            <p14:nvContentPartPr>
              <p14:cNvPr id="484" name="Mobile phone user"/>
              <p14:cNvContentPartPr>
                <a14:cpLocks xmlns:a14="http://schemas.microsoft.com/office/drawing/2010/main" noSelect="1" noChangeArrowheads="1"/>
              </p14:cNvContentPartPr>
              <p14:nvPr/>
            </p14:nvContentPartPr>
            <p14:xfrm>
              <a:off x="8070727" y="4803702"/>
              <a:ext cx="692139" cy="253996"/>
            </p14:xfrm>
          </p:contentPart>
        </mc:Choice>
        <mc:Fallback/>
      </mc:AlternateContent>
      <mc:AlternateContent xmlns:mc="http://schemas.openxmlformats.org/markup-compatibility/2006">
        <mc:Choice xmlns:p14="http://schemas.microsoft.com/office/powerpoint/2010/main" Requires="p14">
          <p:contentPart r:id="rId13">
            <p14:nvContentPartPr>
              <p14:cNvPr id="485" name="Mobile phone user"/>
              <p14:cNvContentPartPr>
                <a14:cpLocks xmlns:a14="http://schemas.microsoft.com/office/drawing/2010/main" noSelect="1" noChangeArrowheads="1"/>
              </p14:cNvContentPartPr>
              <p14:nvPr/>
            </p14:nvContentPartPr>
            <p14:xfrm>
              <a:off x="7994528" y="4905300"/>
              <a:ext cx="802685" cy="257171"/>
            </p14:xfrm>
          </p:contentPart>
        </mc:Choice>
        <mc:Fallback/>
      </mc:AlternateContent>
      <mc:AlternateContent xmlns:mc="http://schemas.openxmlformats.org/markup-compatibility/2006">
        <mc:Choice xmlns:p14="http://schemas.microsoft.com/office/powerpoint/2010/main" Requires="p14">
          <p:contentPart r:id="rId14">
            <p14:nvContentPartPr>
              <p14:cNvPr id="486" name="Mobile phone user"/>
              <p14:cNvContentPartPr>
                <a14:cpLocks xmlns:a14="http://schemas.microsoft.com/office/drawing/2010/main" noSelect="1" noChangeArrowheads="1"/>
              </p14:cNvContentPartPr>
              <p14:nvPr/>
            </p14:nvContentPartPr>
            <p14:xfrm>
              <a:off x="8199134" y="4849560"/>
              <a:ext cx="332632" cy="308984"/>
            </p14:xfrm>
          </p:contentPart>
        </mc:Choice>
        <mc:Fallback/>
      </mc:AlternateContent>
      <mc:AlternateContent xmlns:mc="http://schemas.openxmlformats.org/markup-compatibility/2006">
        <mc:Choice xmlns:p14="http://schemas.microsoft.com/office/powerpoint/2010/main" Requires="p14">
          <p:contentPart r:id="rId15">
            <p14:nvContentPartPr>
              <p14:cNvPr id="487" name="Mobile phone user"/>
              <p14:cNvContentPartPr>
                <a14:cpLocks xmlns:a14="http://schemas.microsoft.com/office/drawing/2010/main" noSelect="1" noChangeArrowheads="1"/>
              </p14:cNvContentPartPr>
              <p14:nvPr/>
            </p14:nvContentPartPr>
            <p14:xfrm>
              <a:off x="8737768" y="4664305"/>
              <a:ext cx="312468" cy="312468"/>
            </p14:xfrm>
          </p:contentPart>
        </mc:Choice>
        <mc:Fallback/>
      </mc:AlternateContent>
      <mc:AlternateContent xmlns:mc="http://schemas.openxmlformats.org/markup-compatibility/2006">
        <mc:Choice xmlns:p14="http://schemas.microsoft.com/office/powerpoint/2010/main" Requires="p14">
          <p:contentPart r:id="rId16">
            <p14:nvContentPartPr>
              <p14:cNvPr id="488" name="Mobile phone user"/>
              <p14:cNvContentPartPr>
                <a14:cpLocks xmlns:a14="http://schemas.microsoft.com/office/drawing/2010/main" noSelect="1" noChangeArrowheads="1"/>
              </p14:cNvContentPartPr>
              <p14:nvPr/>
            </p14:nvContentPartPr>
            <p14:xfrm>
              <a:off x="8624203" y="4493590"/>
              <a:ext cx="350352" cy="626574"/>
            </p14:xfrm>
          </p:contentPart>
        </mc:Choice>
        <mc:Fallback/>
      </mc:AlternateContent>
      <mc:AlternateContent xmlns:mc="http://schemas.openxmlformats.org/markup-compatibility/2006">
        <mc:Choice xmlns:p14="http://schemas.microsoft.com/office/powerpoint/2010/main" Requires="p14">
          <p:contentPart r:id="rId17">
            <p14:nvContentPartPr>
              <p14:cNvPr id="489" name="Mobile phone user"/>
              <p14:cNvContentPartPr>
                <a14:cpLocks xmlns:a14="http://schemas.microsoft.com/office/drawing/2010/main" noSelect="1" noChangeArrowheads="1"/>
              </p14:cNvContentPartPr>
              <p14:nvPr/>
            </p14:nvContentPartPr>
            <p14:xfrm>
              <a:off x="8579020" y="4521433"/>
              <a:ext cx="312468" cy="312468"/>
            </p14:xfrm>
          </p:contentPart>
        </mc:Choice>
        <mc:Fallback/>
      </mc:AlternateContent>
      <mc:AlternateContent xmlns:mc="http://schemas.openxmlformats.org/markup-compatibility/2006">
        <mc:Choice xmlns:p14="http://schemas.microsoft.com/office/powerpoint/2010/main" Requires="p14">
          <p:contentPart r:id="rId18">
            <p14:nvContentPartPr>
              <p14:cNvPr id="490" name="Mobile phone user"/>
              <p14:cNvContentPartPr>
                <a14:cpLocks xmlns:a14="http://schemas.microsoft.com/office/drawing/2010/main" noSelect="1" noChangeArrowheads="1"/>
              </p14:cNvContentPartPr>
              <p14:nvPr/>
            </p14:nvContentPartPr>
            <p14:xfrm>
              <a:off x="8855241" y="4423009"/>
              <a:ext cx="312468" cy="312468"/>
            </p14:xfrm>
          </p:contentPart>
        </mc:Choice>
        <mc:Fallback/>
      </mc:AlternateContent>
      <mc:AlternateContent xmlns:mc="http://schemas.openxmlformats.org/markup-compatibility/2006">
        <mc:Choice xmlns:p14="http://schemas.microsoft.com/office/powerpoint/2010/main" Requires="p14">
          <p:contentPart r:id="rId19">
            <p14:nvContentPartPr>
              <p14:cNvPr id="491" name="Mobile phone user"/>
              <p14:cNvContentPartPr>
                <a14:cpLocks xmlns:a14="http://schemas.microsoft.com/office/drawing/2010/main" noSelect="1" noChangeArrowheads="1"/>
              </p14:cNvContentPartPr>
              <p14:nvPr/>
            </p14:nvContentPartPr>
            <p14:xfrm>
              <a:off x="8753643" y="4607156"/>
              <a:ext cx="312468" cy="312468"/>
            </p14:xfrm>
          </p:contentPart>
        </mc:Choice>
        <mc:Fallback/>
      </mc:AlternateContent>
      <mc:AlternateContent xmlns:mc="http://schemas.openxmlformats.org/markup-compatibility/2006">
        <mc:Choice xmlns:p14="http://schemas.microsoft.com/office/powerpoint/2010/main" Requires="p14">
          <p:contentPart r:id="rId20">
            <p14:nvContentPartPr>
              <p14:cNvPr id="492" name="Mobile phone user"/>
              <p14:cNvContentPartPr>
                <a14:cpLocks xmlns:a14="http://schemas.microsoft.com/office/drawing/2010/main" noSelect="1" noChangeArrowheads="1"/>
              </p14:cNvContentPartPr>
              <p14:nvPr/>
            </p14:nvContentPartPr>
            <p14:xfrm>
              <a:off x="8801267" y="4588107"/>
              <a:ext cx="312468" cy="312468"/>
            </p14:xfrm>
          </p:contentPart>
        </mc:Choice>
        <mc:Fallback/>
      </mc:AlternateContent>
      <mc:AlternateContent xmlns:mc="http://schemas.openxmlformats.org/markup-compatibility/2006">
        <mc:Choice xmlns:p14="http://schemas.microsoft.com/office/powerpoint/2010/main" Requires="p14">
          <p:contentPart r:id="rId21">
            <p14:nvContentPartPr>
              <p14:cNvPr id="493" name="Mobile phone user"/>
              <p14:cNvContentPartPr>
                <a14:cpLocks xmlns:a14="http://schemas.microsoft.com/office/drawing/2010/main" noSelect="1" noChangeArrowheads="1"/>
              </p14:cNvContentPartPr>
              <p14:nvPr/>
            </p14:nvContentPartPr>
            <p14:xfrm>
              <a:off x="8766343" y="4454759"/>
              <a:ext cx="312468" cy="312468"/>
            </p14:xfrm>
          </p:contentPart>
        </mc:Choice>
        <mc:Fallback/>
      </mc:AlternateContent>
      <mc:AlternateContent xmlns:mc="http://schemas.openxmlformats.org/markup-compatibility/2006">
        <mc:Choice xmlns:p14="http://schemas.microsoft.com/office/powerpoint/2010/main" Requires="p14">
          <p:contentPart r:id="rId22">
            <p14:nvContentPartPr>
              <p14:cNvPr id="494" name="Mobile phone user"/>
              <p14:cNvContentPartPr>
                <a14:cpLocks xmlns:a14="http://schemas.microsoft.com/office/drawing/2010/main" noSelect="1" noChangeArrowheads="1"/>
              </p14:cNvContentPartPr>
              <p14:nvPr/>
            </p14:nvContentPartPr>
            <p14:xfrm>
              <a:off x="8820317" y="4572232"/>
              <a:ext cx="312468" cy="312468"/>
            </p14:xfrm>
          </p:contentPart>
        </mc:Choice>
        <mc:Fallback/>
      </mc:AlternateContent>
      <mc:AlternateContent xmlns:mc="http://schemas.openxmlformats.org/markup-compatibility/2006">
        <mc:Choice xmlns:p14="http://schemas.microsoft.com/office/powerpoint/2010/main" Requires="p14">
          <p:contentPart r:id="rId23">
            <p14:nvContentPartPr>
              <p14:cNvPr id="495" name="Mobile phone user"/>
              <p14:cNvContentPartPr>
                <a14:cpLocks xmlns:a14="http://schemas.microsoft.com/office/drawing/2010/main" noSelect="1" noChangeArrowheads="1"/>
              </p14:cNvContentPartPr>
              <p14:nvPr/>
            </p14:nvContentPartPr>
            <p14:xfrm>
              <a:off x="8613552" y="4378166"/>
              <a:ext cx="374828" cy="679624"/>
            </p14:xfrm>
          </p:contentPart>
        </mc:Choice>
        <mc:Fallback/>
      </mc:AlternateContent>
      <mc:AlternateContent xmlns:mc="http://schemas.openxmlformats.org/markup-compatibility/2006">
        <mc:Choice xmlns:p14="http://schemas.microsoft.com/office/powerpoint/2010/main" Requires="p14">
          <p:contentPart r:id="rId24">
            <p14:nvContentPartPr>
              <p14:cNvPr id="496" name="Mobile phone user"/>
              <p14:cNvContentPartPr>
                <a14:cpLocks xmlns:a14="http://schemas.microsoft.com/office/drawing/2010/main" noSelect="1" noChangeArrowheads="1"/>
              </p14:cNvContentPartPr>
              <p14:nvPr/>
            </p14:nvContentPartPr>
            <p14:xfrm>
              <a:off x="8718718" y="4559532"/>
              <a:ext cx="312468" cy="312468"/>
            </p14:xfrm>
          </p:contentPart>
        </mc:Choice>
        <mc:Fallback/>
      </mc:AlternateContent>
      <mc:AlternateContent xmlns:mc="http://schemas.openxmlformats.org/markup-compatibility/2006">
        <mc:Choice xmlns:p14="http://schemas.microsoft.com/office/powerpoint/2010/main" Requires="p14">
          <p:contentPart r:id="rId25">
            <p14:nvContentPartPr>
              <p14:cNvPr id="497" name="Mobile phone user"/>
              <p14:cNvContentPartPr>
                <a14:cpLocks xmlns:a14="http://schemas.microsoft.com/office/drawing/2010/main" noSelect="1" noChangeArrowheads="1"/>
              </p14:cNvContentPartPr>
              <p14:nvPr/>
            </p14:nvContentPartPr>
            <p14:xfrm>
              <a:off x="7722559" y="4693655"/>
              <a:ext cx="1456536" cy="357692"/>
            </p14:xfrm>
          </p:contentPart>
        </mc:Choice>
        <mc:Fallback/>
      </mc:AlternateContent>
      <mc:AlternateContent xmlns:mc="http://schemas.openxmlformats.org/markup-compatibility/2006">
        <mc:Choice xmlns:p14="http://schemas.microsoft.com/office/powerpoint/2010/main" Requires="p14">
          <p:contentPart r:id="rId26">
            <p14:nvContentPartPr>
              <p14:cNvPr id="498" name="Mobile phone user"/>
              <p14:cNvContentPartPr>
                <a14:cpLocks xmlns:a14="http://schemas.microsoft.com/office/drawing/2010/main" noSelect="1" noChangeArrowheads="1"/>
              </p14:cNvContentPartPr>
              <p14:nvPr/>
            </p14:nvContentPartPr>
            <p14:xfrm>
              <a:off x="7760993" y="4887662"/>
              <a:ext cx="323273" cy="285914"/>
            </p14:xfrm>
          </p:contentPart>
        </mc:Choice>
        <mc:Fallback/>
      </mc:AlternateContent>
      <mc:AlternateContent xmlns:mc="http://schemas.openxmlformats.org/markup-compatibility/2006">
        <mc:Choice xmlns:p14="http://schemas.microsoft.com/office/powerpoint/2010/main" Requires="p14">
          <p:contentPart r:id="rId27">
            <p14:nvContentPartPr>
              <p14:cNvPr id="499" name="Mobile phone user"/>
              <p14:cNvContentPartPr>
                <a14:cpLocks xmlns:a14="http://schemas.microsoft.com/office/drawing/2010/main" noSelect="1" noChangeArrowheads="1"/>
              </p14:cNvContentPartPr>
              <p14:nvPr/>
            </p14:nvContentPartPr>
            <p14:xfrm>
              <a:off x="7892787" y="4879758"/>
              <a:ext cx="390807" cy="279683"/>
            </p14:xfrm>
          </p:contentPart>
        </mc:Choice>
        <mc:Fallback/>
      </mc:AlternateContent>
      <mc:AlternateContent xmlns:mc="http://schemas.openxmlformats.org/markup-compatibility/2006">
        <mc:Choice xmlns:p14="http://schemas.microsoft.com/office/powerpoint/2010/main" Requires="p14">
          <p:contentPart r:id="rId28">
            <p14:nvContentPartPr>
              <p14:cNvPr id="500" name="Mobile phone user"/>
              <p14:cNvContentPartPr>
                <a14:cpLocks xmlns:a14="http://schemas.microsoft.com/office/drawing/2010/main" noSelect="1" noChangeArrowheads="1"/>
              </p14:cNvContentPartPr>
              <p14:nvPr/>
            </p14:nvContentPartPr>
            <p14:xfrm>
              <a:off x="7947089" y="4892786"/>
              <a:ext cx="402846" cy="266323"/>
            </p14:xfrm>
          </p:contentPart>
        </mc:Choice>
        <mc:Fallback/>
      </mc:AlternateContent>
      <mc:AlternateContent xmlns:mc="http://schemas.openxmlformats.org/markup-compatibility/2006">
        <mc:Choice xmlns:p14="http://schemas.microsoft.com/office/powerpoint/2010/main" Requires="p14">
          <p:contentPart r:id="rId29">
            <p14:nvContentPartPr>
              <p14:cNvPr id="501" name="Mobile phone user"/>
              <p14:cNvContentPartPr>
                <a14:cpLocks xmlns:a14="http://schemas.microsoft.com/office/drawing/2010/main" noSelect="1" noChangeArrowheads="1"/>
              </p14:cNvContentPartPr>
              <p14:nvPr/>
            </p14:nvContentPartPr>
            <p14:xfrm>
              <a:off x="7781188" y="4895157"/>
              <a:ext cx="315268" cy="273194"/>
            </p14:xfrm>
          </p:contentPart>
        </mc:Choice>
        <mc:Fallback/>
      </mc:AlternateContent>
      <mc:AlternateContent xmlns:mc="http://schemas.openxmlformats.org/markup-compatibility/2006">
        <mc:Choice xmlns:p14="http://schemas.microsoft.com/office/powerpoint/2010/main" Requires="p14">
          <p:contentPart r:id="rId30">
            <p14:nvContentPartPr>
              <p14:cNvPr id="502" name="Mobile phone user"/>
              <p14:cNvContentPartPr>
                <a14:cpLocks xmlns:a14="http://schemas.microsoft.com/office/drawing/2010/main" noSelect="1" noChangeArrowheads="1"/>
              </p14:cNvContentPartPr>
              <p14:nvPr/>
            </p14:nvContentPartPr>
            <p14:xfrm>
              <a:off x="8648870" y="4648430"/>
              <a:ext cx="312468" cy="312468"/>
            </p14:xfrm>
          </p:contentPart>
        </mc:Choice>
        <mc:Fallback/>
      </mc:AlternateContent>
      <mc:AlternateContent xmlns:mc="http://schemas.openxmlformats.org/markup-compatibility/2006">
        <mc:Choice xmlns:p14="http://schemas.microsoft.com/office/powerpoint/2010/main" Requires="p14">
          <p:contentPart r:id="rId31">
            <p14:nvContentPartPr>
              <p14:cNvPr id="503" name="Mobile phone user"/>
              <p14:cNvContentPartPr>
                <a14:cpLocks xmlns:a14="http://schemas.microsoft.com/office/drawing/2010/main" noSelect="1" noChangeArrowheads="1"/>
              </p14:cNvContentPartPr>
              <p14:nvPr/>
            </p14:nvContentPartPr>
            <p14:xfrm>
              <a:off x="8731453" y="4850027"/>
              <a:ext cx="272709" cy="308933"/>
            </p14:xfrm>
          </p:contentPart>
        </mc:Choice>
        <mc:Fallback/>
      </mc:AlternateContent>
      <mc:AlternateContent xmlns:mc="http://schemas.openxmlformats.org/markup-compatibility/2006">
        <mc:Choice xmlns:p14="http://schemas.microsoft.com/office/powerpoint/2010/main" Requires="p14">
          <p:contentPart r:id="rId32">
            <p14:nvContentPartPr>
              <p14:cNvPr id="504" name="Mobile phone user"/>
              <p14:cNvContentPartPr>
                <a14:cpLocks xmlns:a14="http://schemas.microsoft.com/office/drawing/2010/main" noSelect="1" noChangeArrowheads="1"/>
              </p14:cNvContentPartPr>
              <p14:nvPr/>
            </p14:nvContentPartPr>
            <p14:xfrm>
              <a:off x="8818646" y="4842582"/>
              <a:ext cx="290290" cy="330784"/>
            </p14:xfrm>
          </p:contentPart>
        </mc:Choice>
        <mc:Fallback/>
      </mc:AlternateContent>
      <mc:AlternateContent xmlns:mc="http://schemas.openxmlformats.org/markup-compatibility/2006">
        <mc:Choice xmlns:p14="http://schemas.microsoft.com/office/powerpoint/2010/main" Requires="p14">
          <p:contentPart r:id="rId33">
            <p14:nvContentPartPr>
              <p14:cNvPr id="505" name="Mobile phone user"/>
              <p14:cNvContentPartPr>
                <a14:cpLocks xmlns:a14="http://schemas.microsoft.com/office/drawing/2010/main" noSelect="1" noChangeArrowheads="1"/>
              </p14:cNvContentPartPr>
              <p14:nvPr/>
            </p14:nvContentPartPr>
            <p14:xfrm>
              <a:off x="8791441" y="4713001"/>
              <a:ext cx="278513" cy="461287"/>
            </p14:xfrm>
          </p:contentPart>
        </mc:Choice>
        <mc:Fallback/>
      </mc:AlternateContent>
      <mc:AlternateContent xmlns:mc="http://schemas.openxmlformats.org/markup-compatibility/2006">
        <mc:Choice xmlns:p14="http://schemas.microsoft.com/office/powerpoint/2010/main" Requires="p14">
          <p:contentPart r:id="rId34">
            <p14:nvContentPartPr>
              <p14:cNvPr id="506" name="Mobile phone user"/>
              <p14:cNvContentPartPr>
                <a14:cpLocks xmlns:a14="http://schemas.microsoft.com/office/drawing/2010/main" noSelect="1" noChangeArrowheads="1"/>
              </p14:cNvContentPartPr>
              <p14:nvPr/>
            </p14:nvContentPartPr>
            <p14:xfrm>
              <a:off x="8886690" y="4786168"/>
              <a:ext cx="279395" cy="344553"/>
            </p14:xfrm>
          </p:contentPart>
        </mc:Choice>
        <mc:Fallback/>
      </mc:AlternateContent>
      <mc:AlternateContent xmlns:mc="http://schemas.openxmlformats.org/markup-compatibility/2006">
        <mc:Choice xmlns:p14="http://schemas.microsoft.com/office/powerpoint/2010/main" Requires="p14">
          <p:contentPart r:id="rId35">
            <p14:nvContentPartPr>
              <p14:cNvPr id="507" name="Mobile phone user"/>
              <p14:cNvContentPartPr>
                <a14:cpLocks xmlns:a14="http://schemas.microsoft.com/office/drawing/2010/main" noSelect="1" noChangeArrowheads="1"/>
              </p14:cNvContentPartPr>
              <p14:nvPr/>
            </p14:nvContentPartPr>
            <p14:xfrm>
              <a:off x="8854124" y="4691162"/>
              <a:ext cx="274814" cy="456387"/>
            </p14:xfrm>
          </p:contentPart>
        </mc:Choice>
        <mc:Fallback/>
      </mc:AlternateContent>
      <mc:AlternateContent xmlns:mc="http://schemas.openxmlformats.org/markup-compatibility/2006">
        <mc:Choice xmlns:p14="http://schemas.microsoft.com/office/powerpoint/2010/main" Requires="p14">
          <p:contentPart r:id="rId36">
            <p14:nvContentPartPr>
              <p14:cNvPr id="508" name="Mobile phone user"/>
              <p14:cNvContentPartPr>
                <a14:cpLocks xmlns:a14="http://schemas.microsoft.com/office/drawing/2010/main" noSelect="1" noChangeArrowheads="1"/>
              </p14:cNvContentPartPr>
              <p14:nvPr/>
            </p14:nvContentPartPr>
            <p14:xfrm>
              <a:off x="8857820" y="4661040"/>
              <a:ext cx="295565" cy="473152"/>
            </p14:xfrm>
          </p:contentPart>
        </mc:Choice>
        <mc:Fallback/>
      </mc:AlternateContent>
      <mc:AlternateContent xmlns:mc="http://schemas.openxmlformats.org/markup-compatibility/2006">
        <mc:Choice xmlns:p14="http://schemas.microsoft.com/office/powerpoint/2010/main" Requires="p14">
          <p:contentPart r:id="rId37">
            <p14:nvContentPartPr>
              <p14:cNvPr id="509" name="Mobile phone user"/>
              <p14:cNvContentPartPr>
                <a14:cpLocks xmlns:a14="http://schemas.microsoft.com/office/drawing/2010/main" noSelect="1" noChangeArrowheads="1"/>
              </p14:cNvContentPartPr>
              <p14:nvPr/>
            </p14:nvContentPartPr>
            <p14:xfrm>
              <a:off x="8753816" y="4697473"/>
              <a:ext cx="272572" cy="467700"/>
            </p14:xfrm>
          </p:contentPart>
        </mc:Choice>
        <mc:Fallback/>
      </mc:AlternateContent>
      <mc:AlternateContent xmlns:mc="http://schemas.openxmlformats.org/markup-compatibility/2006">
        <mc:Choice xmlns:p14="http://schemas.microsoft.com/office/powerpoint/2010/main" Requires="p14">
          <p:contentPart r:id="rId38">
            <p14:nvContentPartPr>
              <p14:cNvPr id="510" name="Mobile phone user"/>
              <p14:cNvContentPartPr>
                <a14:cpLocks xmlns:a14="http://schemas.microsoft.com/office/drawing/2010/main" noSelect="1" noChangeArrowheads="1"/>
              </p14:cNvContentPartPr>
              <p14:nvPr/>
            </p14:nvContentPartPr>
            <p14:xfrm>
              <a:off x="8765593" y="4862301"/>
              <a:ext cx="317943" cy="300618"/>
            </p14:xfrm>
          </p:contentPart>
        </mc:Choice>
        <mc:Fallback/>
      </mc:AlternateContent>
      <mc:AlternateContent xmlns:mc="http://schemas.openxmlformats.org/markup-compatibility/2006">
        <mc:Choice xmlns:p14="http://schemas.microsoft.com/office/powerpoint/2010/main" Requires="p14">
          <p:contentPart r:id="rId39">
            <p14:nvContentPartPr>
              <p14:cNvPr id="511" name="Mobile phone user"/>
              <p14:cNvContentPartPr>
                <a14:cpLocks xmlns:a14="http://schemas.microsoft.com/office/drawing/2010/main" noSelect="1" noChangeArrowheads="1"/>
              </p14:cNvContentPartPr>
              <p14:nvPr/>
            </p14:nvContentPartPr>
            <p14:xfrm>
              <a:off x="8744118" y="4896077"/>
              <a:ext cx="312468" cy="312468"/>
            </p14:xfrm>
          </p:contentPart>
        </mc:Choice>
        <mc:Fallback/>
      </mc:AlternateContent>
      <mc:AlternateContent xmlns:mc="http://schemas.openxmlformats.org/markup-compatibility/2006">
        <mc:Choice xmlns:p14="http://schemas.microsoft.com/office/powerpoint/2010/main" Requires="p14">
          <p:contentPart r:id="rId40">
            <p14:nvContentPartPr>
              <p14:cNvPr id="512" name="Mobile phone user"/>
              <p14:cNvContentPartPr>
                <a14:cpLocks xmlns:a14="http://schemas.microsoft.com/office/drawing/2010/main" noSelect="1" noChangeArrowheads="1"/>
              </p14:cNvContentPartPr>
              <p14:nvPr/>
            </p14:nvContentPartPr>
            <p14:xfrm>
              <a:off x="8512346" y="4905602"/>
              <a:ext cx="312468" cy="312468"/>
            </p14:xfrm>
          </p:contentPart>
        </mc:Choice>
        <mc:Fallback/>
      </mc:AlternateContent>
      <mc:AlternateContent xmlns:mc="http://schemas.openxmlformats.org/markup-compatibility/2006">
        <mc:Choice xmlns:p14="http://schemas.microsoft.com/office/powerpoint/2010/main" Requires="p14">
          <p:contentPart r:id="rId41">
            <p14:nvContentPartPr>
              <p14:cNvPr id="513" name="Mobile phone user"/>
              <p14:cNvContentPartPr>
                <a14:cpLocks xmlns:a14="http://schemas.microsoft.com/office/drawing/2010/main" noSelect="1" noChangeArrowheads="1"/>
              </p14:cNvContentPartPr>
              <p14:nvPr/>
            </p14:nvContentPartPr>
            <p14:xfrm>
              <a:off x="8413696" y="4859162"/>
              <a:ext cx="311071" cy="312834"/>
            </p14:xfrm>
          </p:contentPart>
        </mc:Choice>
        <mc:Fallback/>
      </mc:AlternateContent>
      <mc:AlternateContent xmlns:mc="http://schemas.openxmlformats.org/markup-compatibility/2006">
        <mc:Choice xmlns:p14="http://schemas.microsoft.com/office/powerpoint/2010/main" Requires="p14">
          <p:contentPart r:id="rId42">
            <p14:nvContentPartPr>
              <p14:cNvPr id="514" name="Mobile phone user"/>
              <p14:cNvContentPartPr>
                <a14:cpLocks xmlns:a14="http://schemas.microsoft.com/office/drawing/2010/main" noSelect="1" noChangeArrowheads="1"/>
              </p14:cNvContentPartPr>
              <p14:nvPr/>
            </p14:nvContentPartPr>
            <p14:xfrm>
              <a:off x="8161198" y="4803702"/>
              <a:ext cx="884350" cy="374756"/>
            </p14:xfrm>
          </p:contentPart>
        </mc:Choice>
        <mc:Fallback/>
      </mc:AlternateContent>
      <mc:AlternateContent xmlns:mc="http://schemas.openxmlformats.org/markup-compatibility/2006">
        <mc:Choice xmlns:p14="http://schemas.microsoft.com/office/powerpoint/2010/main" Requires="p14">
          <p:contentPart r:id="rId43">
            <p14:nvContentPartPr>
              <p14:cNvPr id="515" name="Mobile phone user"/>
              <p14:cNvContentPartPr>
                <a14:cpLocks xmlns:a14="http://schemas.microsoft.com/office/drawing/2010/main" noSelect="1" noChangeArrowheads="1"/>
              </p14:cNvContentPartPr>
              <p14:nvPr/>
            </p14:nvContentPartPr>
            <p14:xfrm>
              <a:off x="8145660" y="4825817"/>
              <a:ext cx="862692" cy="356720"/>
            </p14:xfrm>
          </p:contentPart>
        </mc:Choice>
        <mc:Fallback/>
      </mc:AlternateContent>
      <mc:AlternateContent xmlns:mc="http://schemas.openxmlformats.org/markup-compatibility/2006">
        <mc:Choice xmlns:p14="http://schemas.microsoft.com/office/powerpoint/2010/main" Requires="p14">
          <p:contentPart r:id="rId44">
            <p14:nvContentPartPr>
              <p14:cNvPr id="516" name="Mobile phone user"/>
              <p14:cNvContentPartPr>
                <a14:cpLocks xmlns:a14="http://schemas.microsoft.com/office/drawing/2010/main" noSelect="1" noChangeArrowheads="1"/>
              </p14:cNvContentPartPr>
              <p14:nvPr/>
            </p14:nvContentPartPr>
            <p14:xfrm>
              <a:off x="8280498" y="4884434"/>
              <a:ext cx="566745" cy="336976"/>
            </p14:xfrm>
          </p:contentPart>
        </mc:Choice>
        <mc:Fallback/>
      </mc:AlternateContent>
      <mc:AlternateContent xmlns:mc="http://schemas.openxmlformats.org/markup-compatibility/2006">
        <mc:Choice xmlns:p14="http://schemas.microsoft.com/office/powerpoint/2010/main" Requires="p14">
          <p:contentPart r:id="rId45">
            <p14:nvContentPartPr>
              <p14:cNvPr id="517" name="Mobile phone user"/>
              <p14:cNvContentPartPr>
                <a14:cpLocks xmlns:a14="http://schemas.microsoft.com/office/drawing/2010/main" noSelect="1" noChangeArrowheads="1"/>
              </p14:cNvContentPartPr>
              <p14:nvPr/>
            </p14:nvContentPartPr>
            <p14:xfrm>
              <a:off x="8422519" y="4876725"/>
              <a:ext cx="637612" cy="313140"/>
            </p14:xfrm>
          </p:contentPart>
        </mc:Choice>
        <mc:Fallback/>
      </mc:AlternateContent>
      <mc:AlternateContent xmlns:mc="http://schemas.openxmlformats.org/markup-compatibility/2006">
        <mc:Choice xmlns:p14="http://schemas.microsoft.com/office/powerpoint/2010/main" Requires="p14">
          <p:contentPart r:id="rId46">
            <p14:nvContentPartPr>
              <p14:cNvPr id="518" name="Mobile phone user"/>
              <p14:cNvContentPartPr>
                <a14:cpLocks xmlns:a14="http://schemas.microsoft.com/office/drawing/2010/main" noSelect="1" noChangeArrowheads="1"/>
              </p14:cNvContentPartPr>
              <p14:nvPr/>
            </p14:nvContentPartPr>
            <p14:xfrm>
              <a:off x="8414261" y="4860851"/>
              <a:ext cx="489757" cy="325299"/>
            </p14:xfrm>
          </p:contentPart>
        </mc:Choice>
        <mc:Fallback/>
      </mc:AlternateContent>
      <mc:AlternateContent xmlns:mc="http://schemas.openxmlformats.org/markup-compatibility/2006">
        <mc:Choice xmlns:p14="http://schemas.microsoft.com/office/powerpoint/2010/main" Requires="p14">
          <p:contentPart r:id="rId47">
            <p14:nvContentPartPr>
              <p14:cNvPr id="519" name="Mobile phone user"/>
              <p14:cNvContentPartPr>
                <a14:cpLocks xmlns:a14="http://schemas.microsoft.com/office/drawing/2010/main" noSelect="1" noChangeArrowheads="1"/>
              </p14:cNvContentPartPr>
              <p14:nvPr/>
            </p14:nvContentPartPr>
            <p14:xfrm>
              <a:off x="7985184" y="4832457"/>
              <a:ext cx="454521" cy="335327"/>
            </p14:xfrm>
          </p:contentPart>
        </mc:Choice>
        <mc:Fallback/>
      </mc:AlternateContent>
      <mc:AlternateContent xmlns:mc="http://schemas.openxmlformats.org/markup-compatibility/2006">
        <mc:Choice xmlns:p14="http://schemas.microsoft.com/office/powerpoint/2010/main" Requires="p14">
          <p:contentPart r:id="rId48">
            <p14:nvContentPartPr>
              <p14:cNvPr id="520" name="Mobile phone user"/>
              <p14:cNvContentPartPr>
                <a14:cpLocks xmlns:a14="http://schemas.microsoft.com/office/drawing/2010/main" noSelect="1" noChangeArrowheads="1"/>
              </p14:cNvContentPartPr>
              <p14:nvPr/>
            </p14:nvContentPartPr>
            <p14:xfrm>
              <a:off x="8455197" y="4845278"/>
              <a:ext cx="312468" cy="312468"/>
            </p14:xfrm>
          </p:contentPart>
        </mc:Choice>
        <mc:Fallback/>
      </mc:AlternateContent>
      <mc:AlternateContent xmlns:mc="http://schemas.openxmlformats.org/markup-compatibility/2006">
        <mc:Choice xmlns:p14="http://schemas.microsoft.com/office/powerpoint/2010/main" Requires="p14">
          <p:contentPart r:id="rId49">
            <p14:nvContentPartPr>
              <p14:cNvPr id="521" name="Mobile phone user"/>
              <p14:cNvContentPartPr>
                <a14:cpLocks xmlns:a14="http://schemas.microsoft.com/office/drawing/2010/main" noSelect="1" noChangeArrowheads="1"/>
              </p14:cNvContentPartPr>
              <p14:nvPr/>
            </p14:nvContentPartPr>
            <p14:xfrm>
              <a:off x="8756818" y="4616681"/>
              <a:ext cx="312468" cy="312468"/>
            </p14:xfrm>
          </p:contentPart>
        </mc:Choice>
        <mc:Fallback/>
      </mc:AlternateContent>
      <mc:AlternateContent xmlns:mc="http://schemas.openxmlformats.org/markup-compatibility/2006">
        <mc:Choice xmlns:p14="http://schemas.microsoft.com/office/powerpoint/2010/main" Requires="p14">
          <p:contentPart r:id="rId50">
            <p14:nvContentPartPr>
              <p14:cNvPr id="522" name="Mobile phone user"/>
              <p14:cNvContentPartPr>
                <a14:cpLocks xmlns:a14="http://schemas.microsoft.com/office/drawing/2010/main" noSelect="1" noChangeArrowheads="1"/>
              </p14:cNvContentPartPr>
              <p14:nvPr/>
            </p14:nvContentPartPr>
            <p14:xfrm>
              <a:off x="8742246" y="4506860"/>
              <a:ext cx="387311" cy="654007"/>
            </p14:xfrm>
          </p:contentPart>
        </mc:Choice>
        <mc:Fallback/>
      </mc:AlternateContent>
      <mc:AlternateContent xmlns:mc="http://schemas.openxmlformats.org/markup-compatibility/2006">
        <mc:Choice xmlns:p14="http://schemas.microsoft.com/office/powerpoint/2010/main" Requires="p14">
          <p:contentPart r:id="rId51">
            <p14:nvContentPartPr>
              <p14:cNvPr id="523" name="Mobile phone user"/>
              <p14:cNvContentPartPr>
                <a14:cpLocks xmlns:a14="http://schemas.microsoft.com/office/drawing/2010/main" noSelect="1" noChangeArrowheads="1"/>
              </p14:cNvContentPartPr>
              <p14:nvPr/>
            </p14:nvContentPartPr>
            <p14:xfrm>
              <a:off x="8855241" y="4540482"/>
              <a:ext cx="312468" cy="312468"/>
            </p14:xfrm>
          </p:contentPart>
        </mc:Choice>
        <mc:Fallback/>
      </mc:AlternateContent>
      <mc:AlternateContent xmlns:mc="http://schemas.openxmlformats.org/markup-compatibility/2006">
        <mc:Choice xmlns:p14="http://schemas.microsoft.com/office/powerpoint/2010/main" Requires="p14">
          <p:contentPart r:id="rId52">
            <p14:nvContentPartPr>
              <p14:cNvPr id="524" name="Mobile phone user"/>
              <p14:cNvContentPartPr>
                <a14:cpLocks xmlns:a14="http://schemas.microsoft.com/office/drawing/2010/main" noSelect="1" noChangeArrowheads="1"/>
              </p14:cNvContentPartPr>
              <p14:nvPr/>
            </p14:nvContentPartPr>
            <p14:xfrm>
              <a:off x="7506560" y="4890401"/>
              <a:ext cx="324051" cy="287259"/>
            </p14:xfrm>
          </p:contentPart>
        </mc:Choice>
        <mc:Fallback/>
      </mc:AlternateContent>
      <mc:AlternateContent xmlns:mc="http://schemas.openxmlformats.org/markup-compatibility/2006">
        <mc:Choice xmlns:p14="http://schemas.microsoft.com/office/powerpoint/2010/main" Requires="p14">
          <p:contentPart r:id="rId53">
            <p14:nvContentPartPr>
              <p14:cNvPr id="525" name="Mobile phone user"/>
              <p14:cNvContentPartPr>
                <a14:cpLocks xmlns:a14="http://schemas.microsoft.com/office/drawing/2010/main" noSelect="1" noChangeArrowheads="1"/>
              </p14:cNvContentPartPr>
              <p14:nvPr/>
            </p14:nvContentPartPr>
            <p14:xfrm>
              <a:off x="7530985" y="4908475"/>
              <a:ext cx="1380008" cy="260345"/>
            </p14:xfrm>
          </p:contentPart>
        </mc:Choice>
        <mc:Fallback/>
      </mc:AlternateContent>
      <mc:AlternateContent xmlns:mc="http://schemas.openxmlformats.org/markup-compatibility/2006">
        <mc:Choice xmlns:p14="http://schemas.microsoft.com/office/powerpoint/2010/main" Requires="p14">
          <p:contentPart r:id="rId54">
            <p14:nvContentPartPr>
              <p14:cNvPr id="526" name="Mobile phone user"/>
              <p14:cNvContentPartPr>
                <a14:cpLocks xmlns:a14="http://schemas.microsoft.com/office/drawing/2010/main" noSelect="1" noChangeArrowheads="1"/>
              </p14:cNvContentPartPr>
              <p14:nvPr/>
            </p14:nvContentPartPr>
            <p14:xfrm>
              <a:off x="7472467" y="4688034"/>
              <a:ext cx="1508762" cy="338030"/>
            </p14:xfrm>
          </p:contentPart>
        </mc:Choice>
        <mc:Fallback/>
      </mc:AlternateContent>
      <mc:AlternateContent xmlns:mc="http://schemas.openxmlformats.org/markup-compatibility/2006">
        <mc:Choice xmlns:p14="http://schemas.microsoft.com/office/powerpoint/2010/main" Requires="p14">
          <p:contentPart r:id="rId55">
            <p14:nvContentPartPr>
              <p14:cNvPr id="527" name="Mobile phone user"/>
              <p14:cNvContentPartPr>
                <a14:cpLocks xmlns:a14="http://schemas.microsoft.com/office/drawing/2010/main" noSelect="1" noChangeArrowheads="1"/>
              </p14:cNvContentPartPr>
              <p14:nvPr/>
            </p14:nvContentPartPr>
            <p14:xfrm>
              <a:off x="7038868" y="4673528"/>
              <a:ext cx="2371884" cy="311266"/>
            </p14:xfrm>
          </p:contentPart>
        </mc:Choice>
        <mc:Fallback/>
      </mc:AlternateContent>
      <mc:AlternateContent xmlns:mc="http://schemas.openxmlformats.org/markup-compatibility/2006">
        <mc:Choice xmlns:p14="http://schemas.microsoft.com/office/powerpoint/2010/main" Requires="p14">
          <p:contentPart r:id="rId56">
            <p14:nvContentPartPr>
              <p14:cNvPr id="528" name="Mobile phone user"/>
              <p14:cNvContentPartPr>
                <a14:cpLocks xmlns:a14="http://schemas.microsoft.com/office/drawing/2010/main" noSelect="1" noChangeArrowheads="1"/>
              </p14:cNvContentPartPr>
              <p14:nvPr/>
            </p14:nvContentPartPr>
            <p14:xfrm>
              <a:off x="7429744" y="4631707"/>
              <a:ext cx="2155357" cy="543106"/>
            </p14:xfrm>
          </p:contentPart>
        </mc:Choice>
        <mc:Fallback/>
      </mc:AlternateContent>
      <mc:AlternateContent xmlns:mc="http://schemas.openxmlformats.org/markup-compatibility/2006">
        <mc:Choice xmlns:p14="http://schemas.microsoft.com/office/powerpoint/2010/main" Requires="p14">
          <p:contentPart r:id="rId57">
            <p14:nvContentPartPr>
              <p14:cNvPr id="529" name="Mobile phone user"/>
              <p14:cNvContentPartPr>
                <a14:cpLocks xmlns:a14="http://schemas.microsoft.com/office/drawing/2010/main" noSelect="1" noChangeArrowheads="1"/>
              </p14:cNvContentPartPr>
              <p14:nvPr/>
            </p14:nvContentPartPr>
            <p14:xfrm>
              <a:off x="7096017" y="4719840"/>
              <a:ext cx="2043334" cy="398181"/>
            </p14:xfrm>
          </p:contentPart>
        </mc:Choice>
        <mc:Fallback/>
      </mc:AlternateContent>
      <mc:AlternateContent xmlns:mc="http://schemas.openxmlformats.org/markup-compatibility/2006">
        <mc:Choice xmlns:p14="http://schemas.microsoft.com/office/powerpoint/2010/main" Requires="p14">
          <p:contentPart r:id="rId58">
            <p14:nvContentPartPr>
              <p14:cNvPr id="530" name="Mobile phone user"/>
              <p14:cNvContentPartPr>
                <a14:cpLocks xmlns:a14="http://schemas.microsoft.com/office/drawing/2010/main" noSelect="1" noChangeArrowheads="1"/>
              </p14:cNvContentPartPr>
              <p14:nvPr/>
            </p14:nvContentPartPr>
            <p14:xfrm>
              <a:off x="8271867" y="4598830"/>
              <a:ext cx="892269" cy="383895"/>
            </p14:xfrm>
          </p:contentPart>
        </mc:Choice>
        <mc:Fallback/>
      </mc:AlternateContent>
      <mc:AlternateContent xmlns:mc="http://schemas.openxmlformats.org/markup-compatibility/2006">
        <mc:Choice xmlns:p14="http://schemas.microsoft.com/office/powerpoint/2010/main" Requires="p14">
          <p:contentPart r:id="rId59">
            <p14:nvContentPartPr>
              <p14:cNvPr id="531" name="Mobile phone user"/>
              <p14:cNvContentPartPr>
                <a14:cpLocks xmlns:a14="http://schemas.microsoft.com/office/drawing/2010/main" noSelect="1" noChangeArrowheads="1"/>
              </p14:cNvContentPartPr>
              <p14:nvPr/>
            </p14:nvContentPartPr>
            <p14:xfrm>
              <a:off x="7220314" y="4822751"/>
              <a:ext cx="1821948" cy="285745"/>
            </p14:xfrm>
          </p:contentPart>
        </mc:Choice>
        <mc:Fallback/>
      </mc:AlternateContent>
    </p:spTree>
    <p:extLst>
      <p:ext uri="{BB962C8B-B14F-4D97-AF65-F5344CB8AC3E}">
        <p14:creationId xmlns:p14="http://schemas.microsoft.com/office/powerpoint/2010/main" val="1840198459"/>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21" name="Rectangle"/>
          <p:cNvSpPr>
            <a:spLocks/>
          </p:cNvSpPr>
          <p:nvPr/>
        </p:nvSpPr>
        <p:spPr>
          <a:xfrm rot="0">
            <a:off x="496119" y="475430"/>
            <a:ext cx="8151763" cy="387548"/>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2400" b="0" i="0" u="none" strike="noStrike" kern="1200" cap="none" spc="0" baseline="0">
                <a:solidFill>
                  <a:srgbClr val="1B1B27"/>
                </a:solidFill>
                <a:latin typeface="Raleway" pitchFamily="34" charset="0"/>
                <a:ea typeface="Raleway" pitchFamily="34" charset="0"/>
                <a:cs typeface="Raleway" pitchFamily="34" charset="0"/>
              </a:rPr>
              <a:t>Summary</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22" name="Image" descr="preencoded.png"/>
          <p:cNvPicPr>
            <a:picLocks noChangeAspect="1"/>
          </p:cNvPicPr>
          <p:nvPr/>
        </p:nvPicPr>
        <p:blipFill>
          <a:blip r:embed="rId1" cstate="print"/>
          <a:stretch>
            <a:fillRect/>
          </a:stretch>
        </p:blipFill>
        <p:spPr>
          <a:xfrm rot="0">
            <a:off x="496119" y="1111002"/>
            <a:ext cx="4013895" cy="1299567"/>
          </a:xfrm>
          <a:prstGeom prst="rect"/>
          <a:noFill/>
          <a:ln w="12700" cmpd="sng" cap="flat">
            <a:noFill/>
            <a:prstDash val="solid"/>
            <a:miter/>
          </a:ln>
        </p:spPr>
      </p:pic>
      <p:sp>
        <p:nvSpPr>
          <p:cNvPr id="123" name="Rectangle"/>
          <p:cNvSpPr>
            <a:spLocks/>
          </p:cNvSpPr>
          <p:nvPr/>
        </p:nvSpPr>
        <p:spPr>
          <a:xfrm rot="0">
            <a:off x="2428652" y="1204020"/>
            <a:ext cx="148827" cy="186035"/>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FFFFFF"/>
                </a:solidFill>
                <a:latin typeface="Raleway" pitchFamily="34" charset="0"/>
                <a:ea typeface="Raleway" pitchFamily="34" charset="0"/>
                <a:cs typeface="Raleway" pitchFamily="34" charset="0"/>
              </a:rPr>
              <a:t>1</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24" name="Rectangle"/>
          <p:cNvSpPr>
            <a:spLocks/>
          </p:cNvSpPr>
          <p:nvPr/>
        </p:nvSpPr>
        <p:spPr>
          <a:xfrm rot="0">
            <a:off x="634379" y="1607121"/>
            <a:ext cx="3737372"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AI-Driven Detection</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5" name="Rectangle"/>
          <p:cNvSpPr>
            <a:spLocks/>
          </p:cNvSpPr>
          <p:nvPr/>
        </p:nvSpPr>
        <p:spPr>
          <a:xfrm rot="0">
            <a:off x="634379" y="1875383"/>
            <a:ext cx="3737372"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Automatically identifies attack type and severity from incident descriptions.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26" name="Image" descr="preencoded.png"/>
          <p:cNvPicPr>
            <a:picLocks noChangeAspect="1"/>
          </p:cNvPicPr>
          <p:nvPr/>
        </p:nvPicPr>
        <p:blipFill>
          <a:blip r:embed="rId2" cstate="print"/>
          <a:stretch>
            <a:fillRect/>
          </a:stretch>
        </p:blipFill>
        <p:spPr>
          <a:xfrm rot="0">
            <a:off x="4633987" y="1111002"/>
            <a:ext cx="4013895" cy="1299567"/>
          </a:xfrm>
          <a:prstGeom prst="rect"/>
          <a:noFill/>
          <a:ln w="12700" cmpd="sng" cap="flat">
            <a:noFill/>
            <a:prstDash val="solid"/>
            <a:miter/>
          </a:ln>
        </p:spPr>
      </p:pic>
      <p:sp>
        <p:nvSpPr>
          <p:cNvPr id="127" name="Rectangle"/>
          <p:cNvSpPr>
            <a:spLocks/>
          </p:cNvSpPr>
          <p:nvPr/>
        </p:nvSpPr>
        <p:spPr>
          <a:xfrm rot="0">
            <a:off x="6566519" y="1204020"/>
            <a:ext cx="148828" cy="186035"/>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FFFFFF"/>
                </a:solidFill>
                <a:latin typeface="Raleway" pitchFamily="34" charset="0"/>
                <a:ea typeface="Raleway" pitchFamily="34" charset="0"/>
                <a:cs typeface="Raleway" pitchFamily="34" charset="0"/>
              </a:rPr>
              <a:t>2</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28" name="Rectangle"/>
          <p:cNvSpPr>
            <a:spLocks/>
          </p:cNvSpPr>
          <p:nvPr/>
        </p:nvSpPr>
        <p:spPr>
          <a:xfrm rot="0">
            <a:off x="4772248" y="1607121"/>
            <a:ext cx="3737371" cy="19384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Full-Stack Architecture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9" name="Rectangle"/>
          <p:cNvSpPr>
            <a:spLocks/>
          </p:cNvSpPr>
          <p:nvPr/>
        </p:nvSpPr>
        <p:spPr>
          <a:xfrm rot="0">
            <a:off x="4772248" y="1875383"/>
            <a:ext cx="3737371"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React.js frontend paired with a FastAPI backend for seamless end-to-end processing.</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30" name="Image" descr="preencoded.png"/>
          <p:cNvPicPr>
            <a:picLocks noChangeAspect="1"/>
          </p:cNvPicPr>
          <p:nvPr/>
        </p:nvPicPr>
        <p:blipFill>
          <a:blip r:embed="rId3" cstate="print"/>
          <a:stretch>
            <a:fillRect/>
          </a:stretch>
        </p:blipFill>
        <p:spPr>
          <a:xfrm rot="0">
            <a:off x="496119" y="2534543"/>
            <a:ext cx="4013895" cy="1299566"/>
          </a:xfrm>
          <a:prstGeom prst="rect"/>
          <a:noFill/>
          <a:ln w="12700" cmpd="sng" cap="flat">
            <a:noFill/>
            <a:prstDash val="solid"/>
            <a:miter/>
          </a:ln>
        </p:spPr>
      </p:pic>
      <p:sp>
        <p:nvSpPr>
          <p:cNvPr id="131" name="Rectangle"/>
          <p:cNvSpPr>
            <a:spLocks/>
          </p:cNvSpPr>
          <p:nvPr/>
        </p:nvSpPr>
        <p:spPr>
          <a:xfrm rot="0">
            <a:off x="2428652" y="2627561"/>
            <a:ext cx="148827" cy="186034"/>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FFFFFF"/>
                </a:solidFill>
                <a:latin typeface="Raleway" pitchFamily="34" charset="0"/>
                <a:ea typeface="Raleway" pitchFamily="34" charset="0"/>
                <a:cs typeface="Raleway" pitchFamily="34" charset="0"/>
              </a:rPr>
              <a:t>3</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2" name="Rectangle"/>
          <p:cNvSpPr>
            <a:spLocks/>
          </p:cNvSpPr>
          <p:nvPr/>
        </p:nvSpPr>
        <p:spPr>
          <a:xfrm rot="0">
            <a:off x="634379" y="3030662"/>
            <a:ext cx="3737372"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Actionable Recommendations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3" name="Rectangle"/>
          <p:cNvSpPr>
            <a:spLocks/>
          </p:cNvSpPr>
          <p:nvPr/>
        </p:nvSpPr>
        <p:spPr>
          <a:xfrm rot="0">
            <a:off x="634379" y="3298924"/>
            <a:ext cx="3737372"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Delivers structured security response guidance directly to the user interface.</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34" name="Image" descr="preencoded.png"/>
          <p:cNvPicPr>
            <a:picLocks noChangeAspect="1"/>
          </p:cNvPicPr>
          <p:nvPr/>
        </p:nvPicPr>
        <p:blipFill>
          <a:blip r:embed="rId4" cstate="print"/>
          <a:stretch>
            <a:fillRect/>
          </a:stretch>
        </p:blipFill>
        <p:spPr>
          <a:xfrm rot="0">
            <a:off x="4633987" y="2534543"/>
            <a:ext cx="4013895" cy="1299566"/>
          </a:xfrm>
          <a:prstGeom prst="rect"/>
          <a:noFill/>
          <a:ln w="12700" cmpd="sng" cap="flat">
            <a:noFill/>
            <a:prstDash val="solid"/>
            <a:miter/>
          </a:ln>
        </p:spPr>
      </p:pic>
      <p:sp>
        <p:nvSpPr>
          <p:cNvPr id="135" name="Rectangle"/>
          <p:cNvSpPr>
            <a:spLocks/>
          </p:cNvSpPr>
          <p:nvPr/>
        </p:nvSpPr>
        <p:spPr>
          <a:xfrm rot="0">
            <a:off x="6566519" y="2627561"/>
            <a:ext cx="148828" cy="186034"/>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150" b="0" i="0" u="none" strike="noStrike" kern="1200" cap="none" spc="0" baseline="0">
                <a:solidFill>
                  <a:srgbClr val="FFFFFF"/>
                </a:solidFill>
                <a:latin typeface="Raleway" pitchFamily="34" charset="0"/>
                <a:ea typeface="Raleway" pitchFamily="34" charset="0"/>
                <a:cs typeface="Raleway" pitchFamily="34" charset="0"/>
              </a:rPr>
              <a:t>4</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6" name="Rectangle"/>
          <p:cNvSpPr>
            <a:spLocks/>
          </p:cNvSpPr>
          <p:nvPr/>
        </p:nvSpPr>
        <p:spPr>
          <a:xfrm rot="0">
            <a:off x="4772248" y="3030662"/>
            <a:ext cx="3737371"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3C3939"/>
                </a:solidFill>
                <a:latin typeface="Raleway" pitchFamily="34" charset="0"/>
                <a:ea typeface="Raleway" pitchFamily="34" charset="0"/>
                <a:cs typeface="Raleway" pitchFamily="34" charset="0"/>
              </a:rPr>
              <a:t>Team: Write to U2U System</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7" name="Rectangle"/>
          <p:cNvSpPr>
            <a:spLocks/>
          </p:cNvSpPr>
          <p:nvPr/>
        </p:nvSpPr>
        <p:spPr>
          <a:xfrm rot="0">
            <a:off x="4772248" y="3298924"/>
            <a:ext cx="3737371"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3C3939"/>
                </a:solidFill>
                <a:latin typeface="Roboto" pitchFamily="34" charset="0"/>
                <a:ea typeface="Roboto" pitchFamily="34" charset="0"/>
                <a:cs typeface="Roboto" pitchFamily="34" charset="0"/>
              </a:rPr>
              <a:t>Developed by Ashvani Pal, Pratiksha Patel, Rinki Tiwari, and Kajal Vishwakarma.</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8" name="Rounded rectangle"/>
          <p:cNvSpPr>
            <a:spLocks/>
          </p:cNvSpPr>
          <p:nvPr/>
        </p:nvSpPr>
        <p:spPr>
          <a:xfrm rot="0">
            <a:off x="496119" y="3973637"/>
            <a:ext cx="8151763" cy="694431"/>
          </a:xfrm>
          <a:prstGeom prst="roundRect">
            <a:avLst>
              <a:gd name="adj" fmla="val 7500"/>
            </a:avLst>
          </a:prstGeom>
          <a:solidFill>
            <a:srgbClr val="E1E1EA"/>
          </a:solidFill>
          <a:ln w="12700" cmpd="sng" cap="flat">
            <a:noFill/>
            <a:prstDash val="solid"/>
            <a:miter/>
          </a:ln>
        </p:spPr>
      </p:sp>
      <p:pic>
        <p:nvPicPr>
          <p:cNvPr id="139" name="Image" descr="preencoded.png"/>
          <p:cNvPicPr>
            <a:picLocks noChangeAspect="1"/>
          </p:cNvPicPr>
          <p:nvPr/>
        </p:nvPicPr>
        <p:blipFill>
          <a:blip r:embed="rId5" cstate="print"/>
          <a:stretch>
            <a:fillRect/>
          </a:stretch>
        </p:blipFill>
        <p:spPr>
          <a:xfrm rot="0">
            <a:off x="620092" y="4153421"/>
            <a:ext cx="155004" cy="123973"/>
          </a:xfrm>
          <a:prstGeom prst="rect"/>
          <a:noFill/>
          <a:ln w="12700" cmpd="sng" cap="flat">
            <a:noFill/>
            <a:prstDash val="solid"/>
            <a:miter/>
          </a:ln>
        </p:spPr>
      </p:pic>
      <p:sp>
        <p:nvSpPr>
          <p:cNvPr id="140" name="Rectangle"/>
          <p:cNvSpPr>
            <a:spLocks/>
          </p:cNvSpPr>
          <p:nvPr/>
        </p:nvSpPr>
        <p:spPr>
          <a:xfrm rot="0">
            <a:off x="899071" y="4128567"/>
            <a:ext cx="7624837"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000000"/>
                </a:solidFill>
                <a:latin typeface="Roboto" pitchFamily="34" charset="0"/>
                <a:ea typeface="Roboto" pitchFamily="34" charset="0"/>
                <a:cs typeface="Roboto" pitchFamily="34" charset="0"/>
              </a:rPr>
              <a:t>This project demonstrates an end-to-end AI-powered cybersecurity pipeline — from incident input to intelligent, actionable response recommendations.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mc:AlternateContent xmlns:mc="http://schemas.openxmlformats.org/markup-compatibility/2006">
        <mc:Choice xmlns:p14="http://schemas.microsoft.com/office/powerpoint/2010/main" Requires="p14">
          <p:contentPart r:id="rId6">
            <p14:nvContentPartPr>
              <p14:cNvPr id="532" name="Mobile phone user"/>
              <p14:cNvContentPartPr>
                <a14:cpLocks xmlns:a14="http://schemas.microsoft.com/office/drawing/2010/main" noSelect="1" noChangeArrowheads="1"/>
              </p14:cNvContentPartPr>
              <p14:nvPr/>
            </p14:nvContentPartPr>
            <p14:xfrm>
              <a:off x="8018401" y="4868755"/>
              <a:ext cx="911112" cy="301592"/>
            </p14:xfrm>
          </p:contentPart>
        </mc:Choice>
        <mc:Fallback/>
      </mc:AlternateContent>
      <mc:AlternateContent xmlns:mc="http://schemas.openxmlformats.org/markup-compatibility/2006">
        <mc:Choice xmlns:p14="http://schemas.microsoft.com/office/powerpoint/2010/main" Requires="p14">
          <p:contentPart r:id="rId7">
            <p14:nvContentPartPr>
              <p14:cNvPr id="533" name="Mobile phone user"/>
              <p14:cNvContentPartPr>
                <a14:cpLocks xmlns:a14="http://schemas.microsoft.com/office/drawing/2010/main" noSelect="1" noChangeArrowheads="1"/>
              </p14:cNvContentPartPr>
              <p14:nvPr/>
            </p14:nvContentPartPr>
            <p14:xfrm>
              <a:off x="8104195" y="4778024"/>
              <a:ext cx="1043118" cy="402538"/>
            </p14:xfrm>
          </p:contentPart>
        </mc:Choice>
        <mc:Fallback/>
      </mc:AlternateContent>
      <mc:AlternateContent xmlns:mc="http://schemas.openxmlformats.org/markup-compatibility/2006">
        <mc:Choice xmlns:p14="http://schemas.microsoft.com/office/powerpoint/2010/main" Requires="p14">
          <p:contentPart r:id="rId8">
            <p14:nvContentPartPr>
              <p14:cNvPr id="534" name="Mobile phone user"/>
              <p14:cNvContentPartPr>
                <a14:cpLocks xmlns:a14="http://schemas.microsoft.com/office/drawing/2010/main" noSelect="1" noChangeArrowheads="1"/>
              </p14:cNvContentPartPr>
              <p14:nvPr/>
            </p14:nvContentPartPr>
            <p14:xfrm>
              <a:off x="8382623" y="4850715"/>
              <a:ext cx="802029" cy="323704"/>
            </p14:xfrm>
          </p:contentPart>
        </mc:Choice>
        <mc:Fallback/>
      </mc:AlternateContent>
      <mc:AlternateContent xmlns:mc="http://schemas.openxmlformats.org/markup-compatibility/2006">
        <mc:Choice xmlns:p14="http://schemas.microsoft.com/office/powerpoint/2010/main" Requires="p14">
          <p:contentPart r:id="rId9">
            <p14:nvContentPartPr>
              <p14:cNvPr id="535" name="Mobile phone user"/>
              <p14:cNvContentPartPr>
                <a14:cpLocks xmlns:a14="http://schemas.microsoft.com/office/drawing/2010/main" noSelect="1" noChangeArrowheads="1"/>
              </p14:cNvContentPartPr>
              <p14:nvPr/>
            </p14:nvContentPartPr>
            <p14:xfrm>
              <a:off x="7731007" y="4822751"/>
              <a:ext cx="1051254" cy="263520"/>
            </p14:xfrm>
          </p:contentPart>
        </mc:Choice>
        <mc:Fallback/>
      </mc:AlternateContent>
      <mc:AlternateContent xmlns:mc="http://schemas.openxmlformats.org/markup-compatibility/2006">
        <mc:Choice xmlns:p14="http://schemas.microsoft.com/office/powerpoint/2010/main" Requires="p14">
          <p:contentPart r:id="rId10">
            <p14:nvContentPartPr>
              <p14:cNvPr id="536" name="Mobile phone user"/>
              <p14:cNvContentPartPr>
                <a14:cpLocks xmlns:a14="http://schemas.microsoft.com/office/drawing/2010/main" noSelect="1" noChangeArrowheads="1"/>
              </p14:cNvContentPartPr>
              <p14:nvPr/>
            </p14:nvContentPartPr>
            <p14:xfrm>
              <a:off x="7784981" y="4867305"/>
              <a:ext cx="957643" cy="269766"/>
            </p14:xfrm>
          </p:contentPart>
        </mc:Choice>
        <mc:Fallback/>
      </mc:AlternateContent>
      <mc:AlternateContent xmlns:mc="http://schemas.openxmlformats.org/markup-compatibility/2006">
        <mc:Choice xmlns:p14="http://schemas.microsoft.com/office/powerpoint/2010/main" Requires="p14">
          <p:contentPart r:id="rId11">
            <p14:nvContentPartPr>
              <p14:cNvPr id="537" name="Mobile phone user"/>
              <p14:cNvContentPartPr>
                <a14:cpLocks xmlns:a14="http://schemas.microsoft.com/office/drawing/2010/main" noSelect="1" noChangeArrowheads="1"/>
              </p14:cNvContentPartPr>
              <p14:nvPr/>
            </p14:nvContentPartPr>
            <p14:xfrm>
              <a:off x="7607184" y="4904656"/>
              <a:ext cx="1253052" cy="257815"/>
            </p14:xfrm>
          </p:contentPart>
        </mc:Choice>
        <mc:Fallback/>
      </mc:AlternateContent>
      <mc:AlternateContent xmlns:mc="http://schemas.openxmlformats.org/markup-compatibility/2006">
        <mc:Choice xmlns:p14="http://schemas.microsoft.com/office/powerpoint/2010/main" Requires="p14">
          <p:contentPart r:id="rId12">
            <p14:nvContentPartPr>
              <p14:cNvPr id="538" name="Mobile phone user"/>
              <p14:cNvContentPartPr>
                <a14:cpLocks xmlns:a14="http://schemas.microsoft.com/office/drawing/2010/main" noSelect="1" noChangeArrowheads="1"/>
              </p14:cNvContentPartPr>
              <p14:nvPr/>
            </p14:nvContentPartPr>
            <p14:xfrm>
              <a:off x="7675824" y="4889425"/>
              <a:ext cx="1156891" cy="283780"/>
            </p14:xfrm>
          </p:contentPart>
        </mc:Choice>
        <mc:Fallback/>
      </mc:AlternateContent>
      <mc:AlternateContent xmlns:mc="http://schemas.openxmlformats.org/markup-compatibility/2006">
        <mc:Choice xmlns:p14="http://schemas.microsoft.com/office/powerpoint/2010/main" Requires="p14">
          <p:contentPart r:id="rId13">
            <p14:nvContentPartPr>
              <p14:cNvPr id="539" name="Mobile phone user"/>
              <p14:cNvContentPartPr>
                <a14:cpLocks xmlns:a14="http://schemas.microsoft.com/office/drawing/2010/main" noSelect="1" noChangeArrowheads="1"/>
              </p14:cNvContentPartPr>
              <p14:nvPr/>
            </p14:nvContentPartPr>
            <p14:xfrm>
              <a:off x="7918329" y="4858972"/>
              <a:ext cx="1022109" cy="268575"/>
            </p14:xfrm>
          </p:contentPart>
        </mc:Choice>
        <mc:Fallback/>
      </mc:AlternateContent>
      <mc:AlternateContent xmlns:mc="http://schemas.openxmlformats.org/markup-compatibility/2006">
        <mc:Choice xmlns:p14="http://schemas.microsoft.com/office/powerpoint/2010/main" Requires="p14">
          <p:contentPart r:id="rId14">
            <p14:nvContentPartPr>
              <p14:cNvPr id="540" name="Mobile phone user"/>
              <p14:cNvContentPartPr>
                <a14:cpLocks xmlns:a14="http://schemas.microsoft.com/office/drawing/2010/main" noSelect="1" noChangeArrowheads="1"/>
              </p14:cNvContentPartPr>
              <p14:nvPr/>
            </p14:nvContentPartPr>
            <p14:xfrm>
              <a:off x="7810381" y="4848151"/>
              <a:ext cx="1149398" cy="253996"/>
            </p14:xfrm>
          </p:contentPart>
        </mc:Choice>
        <mc:Fallback/>
      </mc:AlternateContent>
      <mc:AlternateContent xmlns:mc="http://schemas.openxmlformats.org/markup-compatibility/2006">
        <mc:Choice xmlns:p14="http://schemas.microsoft.com/office/powerpoint/2010/main" Requires="p14">
          <p:contentPart r:id="rId15">
            <p14:nvContentPartPr>
              <p14:cNvPr id="541" name="Mobile phone user"/>
              <p14:cNvContentPartPr>
                <a14:cpLocks xmlns:a14="http://schemas.microsoft.com/office/drawing/2010/main" noSelect="1" noChangeArrowheads="1"/>
              </p14:cNvContentPartPr>
              <p14:nvPr/>
            </p14:nvContentPartPr>
            <p14:xfrm>
              <a:off x="7826256" y="4752902"/>
              <a:ext cx="979060" cy="257171"/>
            </p14:xfrm>
          </p:contentPart>
        </mc:Choice>
        <mc:Fallback/>
      </mc:AlternateContent>
      <mc:AlternateContent xmlns:mc="http://schemas.openxmlformats.org/markup-compatibility/2006">
        <mc:Choice xmlns:p14="http://schemas.microsoft.com/office/powerpoint/2010/main" Requires="p14">
          <p:contentPart r:id="rId16">
            <p14:nvContentPartPr>
              <p14:cNvPr id="542" name="Mobile phone user"/>
              <p14:cNvContentPartPr>
                <a14:cpLocks xmlns:a14="http://schemas.microsoft.com/office/drawing/2010/main" noSelect="1" noChangeArrowheads="1"/>
              </p14:cNvContentPartPr>
              <p14:nvPr/>
            </p14:nvContentPartPr>
            <p14:xfrm>
              <a:off x="7651633" y="4794177"/>
              <a:ext cx="1332544" cy="253996"/>
            </p14:xfrm>
          </p:contentPart>
        </mc:Choice>
        <mc:Fallback/>
      </mc:AlternateContent>
      <mc:AlternateContent xmlns:mc="http://schemas.openxmlformats.org/markup-compatibility/2006">
        <mc:Choice xmlns:p14="http://schemas.microsoft.com/office/powerpoint/2010/main" Requires="p14">
          <p:contentPart r:id="rId17">
            <p14:nvContentPartPr>
              <p14:cNvPr id="543" name="Mobile phone user"/>
              <p14:cNvContentPartPr>
                <a14:cpLocks xmlns:a14="http://schemas.microsoft.com/office/drawing/2010/main" noSelect="1" noChangeArrowheads="1"/>
              </p14:cNvContentPartPr>
              <p14:nvPr/>
            </p14:nvContentPartPr>
            <p14:xfrm>
              <a:off x="7756406" y="4762977"/>
              <a:ext cx="1040486" cy="301070"/>
            </p14:xfrm>
          </p:contentPart>
        </mc:Choice>
        <mc:Fallback/>
      </mc:AlternateContent>
      <mc:AlternateContent xmlns:mc="http://schemas.openxmlformats.org/markup-compatibility/2006">
        <mc:Choice xmlns:p14="http://schemas.microsoft.com/office/powerpoint/2010/main" Requires="p14">
          <p:contentPart r:id="rId18">
            <p14:nvContentPartPr>
              <p14:cNvPr id="544" name="Mobile phone user"/>
              <p14:cNvContentPartPr>
                <a14:cpLocks xmlns:a14="http://schemas.microsoft.com/office/drawing/2010/main" noSelect="1" noChangeArrowheads="1"/>
              </p14:cNvContentPartPr>
              <p14:nvPr/>
            </p14:nvContentPartPr>
            <p14:xfrm>
              <a:off x="7769107" y="4790545"/>
              <a:ext cx="1122153" cy="267153"/>
            </p14:xfrm>
          </p:contentPart>
        </mc:Choice>
        <mc:Fallback/>
      </mc:AlternateContent>
      <mc:AlternateContent xmlns:mc="http://schemas.openxmlformats.org/markup-compatibility/2006">
        <mc:Choice xmlns:p14="http://schemas.microsoft.com/office/powerpoint/2010/main" Requires="p14">
          <p:contentPart r:id="rId19">
            <p14:nvContentPartPr>
              <p14:cNvPr id="545" name="Mobile phone user"/>
              <p14:cNvContentPartPr>
                <a14:cpLocks xmlns:a14="http://schemas.microsoft.com/office/drawing/2010/main" noSelect="1" noChangeArrowheads="1"/>
              </p14:cNvContentPartPr>
              <p14:nvPr/>
            </p14:nvContentPartPr>
            <p14:xfrm>
              <a:off x="7734182" y="4791106"/>
              <a:ext cx="1071910" cy="266592"/>
            </p14:xfrm>
          </p:contentPart>
        </mc:Choice>
        <mc:Fallback/>
      </mc:AlternateContent>
      <mc:AlternateContent xmlns:mc="http://schemas.openxmlformats.org/markup-compatibility/2006">
        <mc:Choice xmlns:p14="http://schemas.microsoft.com/office/powerpoint/2010/main" Requires="p14">
          <p:contentPart r:id="rId20">
            <p14:nvContentPartPr>
              <p14:cNvPr id="546" name="Mobile phone user"/>
              <p14:cNvContentPartPr>
                <a14:cpLocks xmlns:a14="http://schemas.microsoft.com/office/drawing/2010/main" noSelect="1" noChangeArrowheads="1"/>
              </p14:cNvContentPartPr>
              <p14:nvPr/>
            </p14:nvContentPartPr>
            <p14:xfrm>
              <a:off x="8105651" y="4724424"/>
              <a:ext cx="678034" cy="260974"/>
            </p14:xfrm>
          </p:contentPart>
        </mc:Choice>
        <mc:Fallback/>
      </mc:AlternateContent>
      <mc:AlternateContent xmlns:mc="http://schemas.openxmlformats.org/markup-compatibility/2006">
        <mc:Choice xmlns:p14="http://schemas.microsoft.com/office/powerpoint/2010/main" Requires="p14">
          <p:contentPart r:id="rId21">
            <p14:nvContentPartPr>
              <p14:cNvPr id="547" name="Mobile phone user"/>
              <p14:cNvContentPartPr>
                <a14:cpLocks xmlns:a14="http://schemas.microsoft.com/office/drawing/2010/main" noSelect="1" noChangeArrowheads="1"/>
              </p14:cNvContentPartPr>
              <p14:nvPr/>
            </p14:nvContentPartPr>
            <p14:xfrm>
              <a:off x="8044230" y="4841801"/>
              <a:ext cx="756703" cy="264617"/>
            </p14:xfrm>
          </p:contentPart>
        </mc:Choice>
        <mc:Fallback/>
      </mc:AlternateContent>
      <mc:AlternateContent xmlns:mc="http://schemas.openxmlformats.org/markup-compatibility/2006">
        <mc:Choice xmlns:p14="http://schemas.microsoft.com/office/powerpoint/2010/main" Requires="p14">
          <p:contentPart r:id="rId22">
            <p14:nvContentPartPr>
              <p14:cNvPr id="548" name="Mobile phone user"/>
              <p14:cNvContentPartPr>
                <a14:cpLocks xmlns:a14="http://schemas.microsoft.com/office/drawing/2010/main" noSelect="1" noChangeArrowheads="1"/>
              </p14:cNvContentPartPr>
              <p14:nvPr/>
            </p14:nvContentPartPr>
            <p14:xfrm>
              <a:off x="8004053" y="4883079"/>
              <a:ext cx="791086" cy="276217"/>
            </p14:xfrm>
          </p:contentPart>
        </mc:Choice>
        <mc:Fallback/>
      </mc:AlternateContent>
      <mc:AlternateContent xmlns:mc="http://schemas.openxmlformats.org/markup-compatibility/2006">
        <mc:Choice xmlns:p14="http://schemas.microsoft.com/office/powerpoint/2010/main" Requires="p14">
          <p:contentPart r:id="rId23">
            <p14:nvContentPartPr>
              <p14:cNvPr id="549" name="Mobile phone user"/>
              <p14:cNvContentPartPr>
                <a14:cpLocks xmlns:a14="http://schemas.microsoft.com/office/drawing/2010/main" noSelect="1" noChangeArrowheads="1"/>
              </p14:cNvContentPartPr>
              <p14:nvPr/>
            </p14:nvContentPartPr>
            <p14:xfrm>
              <a:off x="8204075" y="4902125"/>
              <a:ext cx="619115" cy="253996"/>
            </p14:xfrm>
          </p:contentPart>
        </mc:Choice>
        <mc:Fallback/>
      </mc:AlternateContent>
      <mc:AlternateContent xmlns:mc="http://schemas.openxmlformats.org/markup-compatibility/2006">
        <mc:Choice xmlns:p14="http://schemas.microsoft.com/office/powerpoint/2010/main" Requires="p14">
          <p:contentPart r:id="rId24">
            <p14:nvContentPartPr>
              <p14:cNvPr id="550" name="Mobile phone user"/>
              <p14:cNvContentPartPr>
                <a14:cpLocks xmlns:a14="http://schemas.microsoft.com/office/drawing/2010/main" noSelect="1" noChangeArrowheads="1"/>
              </p14:cNvContentPartPr>
              <p14:nvPr/>
            </p14:nvContentPartPr>
            <p14:xfrm>
              <a:off x="8728243" y="4619856"/>
              <a:ext cx="312468" cy="312468"/>
            </p14:xfrm>
          </p:contentPart>
        </mc:Choice>
        <mc:Fallback/>
      </mc:AlternateContent>
      <mc:AlternateContent xmlns:mc="http://schemas.openxmlformats.org/markup-compatibility/2006">
        <mc:Choice xmlns:p14="http://schemas.microsoft.com/office/powerpoint/2010/main" Requires="p14">
          <p:contentPart r:id="rId25">
            <p14:nvContentPartPr>
              <p14:cNvPr id="551" name="Mobile phone user"/>
              <p14:cNvContentPartPr>
                <a14:cpLocks xmlns:a14="http://schemas.microsoft.com/office/drawing/2010/main" noSelect="1" noChangeArrowheads="1"/>
              </p14:cNvContentPartPr>
              <p14:nvPr/>
            </p14:nvContentPartPr>
            <p14:xfrm>
              <a:off x="8750468" y="4575407"/>
              <a:ext cx="312468" cy="312468"/>
            </p14:xfrm>
          </p:contentPart>
        </mc:Choice>
        <mc:Fallback/>
      </mc:AlternateContent>
      <mc:AlternateContent xmlns:mc="http://schemas.openxmlformats.org/markup-compatibility/2006">
        <mc:Choice xmlns:p14="http://schemas.microsoft.com/office/powerpoint/2010/main" Requires="p14">
          <p:contentPart r:id="rId26">
            <p14:nvContentPartPr>
              <p14:cNvPr id="552" name="Mobile phone user"/>
              <p14:cNvContentPartPr>
                <a14:cpLocks xmlns:a14="http://schemas.microsoft.com/office/drawing/2010/main" noSelect="1" noChangeArrowheads="1"/>
              </p14:cNvContentPartPr>
              <p14:nvPr/>
            </p14:nvContentPartPr>
            <p14:xfrm>
              <a:off x="8648870" y="4543657"/>
              <a:ext cx="312468" cy="312468"/>
            </p14:xfrm>
          </p:contentPart>
        </mc:Choice>
        <mc:Fallback/>
      </mc:AlternateContent>
      <mc:AlternateContent xmlns:mc="http://schemas.openxmlformats.org/markup-compatibility/2006">
        <mc:Choice xmlns:p14="http://schemas.microsoft.com/office/powerpoint/2010/main" Requires="p14">
          <p:contentPart r:id="rId27">
            <p14:nvContentPartPr>
              <p14:cNvPr id="553" name="Mobile phone user"/>
              <p14:cNvContentPartPr>
                <a14:cpLocks xmlns:a14="http://schemas.microsoft.com/office/drawing/2010/main" noSelect="1" noChangeArrowheads="1"/>
              </p14:cNvContentPartPr>
              <p14:nvPr/>
            </p14:nvContentPartPr>
            <p14:xfrm>
              <a:off x="8660147" y="4456510"/>
              <a:ext cx="310214" cy="611834"/>
            </p14:xfrm>
          </p:contentPart>
        </mc:Choice>
        <mc:Fallback/>
      </mc:AlternateContent>
      <mc:AlternateContent xmlns:mc="http://schemas.openxmlformats.org/markup-compatibility/2006">
        <mc:Choice xmlns:p14="http://schemas.microsoft.com/office/powerpoint/2010/main" Requires="p14">
          <p:contentPart r:id="rId28">
            <p14:nvContentPartPr>
              <p14:cNvPr id="554" name="Mobile phone user"/>
              <p14:cNvContentPartPr>
                <a14:cpLocks xmlns:a14="http://schemas.microsoft.com/office/drawing/2010/main" noSelect="1" noChangeArrowheads="1"/>
              </p14:cNvContentPartPr>
              <p14:nvPr/>
            </p14:nvContentPartPr>
            <p14:xfrm>
              <a:off x="8528221" y="4651606"/>
              <a:ext cx="312468" cy="312468"/>
            </p14:xfrm>
          </p:contentPart>
        </mc:Choice>
        <mc:Fallback/>
      </mc:AlternateContent>
      <mc:AlternateContent xmlns:mc="http://schemas.openxmlformats.org/markup-compatibility/2006">
        <mc:Choice xmlns:p14="http://schemas.microsoft.com/office/powerpoint/2010/main" Requires="p14">
          <p:contentPart r:id="rId29">
            <p14:nvContentPartPr>
              <p14:cNvPr id="555" name="Mobile phone user"/>
              <p14:cNvContentPartPr>
                <a14:cpLocks xmlns:a14="http://schemas.microsoft.com/office/drawing/2010/main" noSelect="1" noChangeArrowheads="1"/>
              </p14:cNvContentPartPr>
              <p14:nvPr/>
            </p14:nvContentPartPr>
            <p14:xfrm>
              <a:off x="8632995" y="4619856"/>
              <a:ext cx="312468" cy="312468"/>
            </p14:xfrm>
          </p:contentPart>
        </mc:Choice>
        <mc:Fallback/>
      </mc:AlternateContent>
      <mc:AlternateContent xmlns:mc="http://schemas.openxmlformats.org/markup-compatibility/2006">
        <mc:Choice xmlns:p14="http://schemas.microsoft.com/office/powerpoint/2010/main" Requires="p14">
          <p:contentPart r:id="rId30">
            <p14:nvContentPartPr>
              <p14:cNvPr id="556" name="Mobile phone user"/>
              <p14:cNvContentPartPr>
                <a14:cpLocks xmlns:a14="http://schemas.microsoft.com/office/drawing/2010/main" noSelect="1" noChangeArrowheads="1"/>
              </p14:cNvContentPartPr>
              <p14:nvPr/>
            </p14:nvContentPartPr>
            <p14:xfrm>
              <a:off x="8674269" y="4588107"/>
              <a:ext cx="312468" cy="312468"/>
            </p14:xfrm>
          </p:contentPart>
        </mc:Choice>
        <mc:Fallback/>
      </mc:AlternateContent>
      <mc:AlternateContent xmlns:mc="http://schemas.openxmlformats.org/markup-compatibility/2006">
        <mc:Choice xmlns:p14="http://schemas.microsoft.com/office/powerpoint/2010/main" Requires="p14">
          <p:contentPart r:id="rId31">
            <p14:nvContentPartPr>
              <p14:cNvPr id="557" name="Mobile phone user"/>
              <p14:cNvContentPartPr>
                <a14:cpLocks xmlns:a14="http://schemas.microsoft.com/office/drawing/2010/main" noSelect="1" noChangeArrowheads="1"/>
              </p14:cNvContentPartPr>
              <p14:nvPr/>
            </p14:nvContentPartPr>
            <p14:xfrm>
              <a:off x="8801267" y="4511908"/>
              <a:ext cx="312468" cy="312468"/>
            </p14:xfrm>
          </p:contentPart>
        </mc:Choice>
        <mc:Fallback/>
      </mc:AlternateContent>
      <mc:AlternateContent xmlns:mc="http://schemas.openxmlformats.org/markup-compatibility/2006">
        <mc:Choice xmlns:p14="http://schemas.microsoft.com/office/powerpoint/2010/main" Requires="p14">
          <p:contentPart r:id="rId32">
            <p14:nvContentPartPr>
              <p14:cNvPr id="558" name="Mobile phone user"/>
              <p14:cNvContentPartPr>
                <a14:cpLocks xmlns:a14="http://schemas.microsoft.com/office/drawing/2010/main" noSelect="1" noChangeArrowheads="1"/>
              </p14:cNvContentPartPr>
              <p14:nvPr/>
            </p14:nvContentPartPr>
            <p14:xfrm>
              <a:off x="8563146" y="4502383"/>
              <a:ext cx="312468" cy="312468"/>
            </p14:xfrm>
          </p:contentPart>
        </mc:Choice>
        <mc:Fallback/>
      </mc:AlternateContent>
      <mc:AlternateContent xmlns:mc="http://schemas.openxmlformats.org/markup-compatibility/2006">
        <mc:Choice xmlns:p14="http://schemas.microsoft.com/office/powerpoint/2010/main" Requires="p14">
          <p:contentPart r:id="rId33">
            <p14:nvContentPartPr>
              <p14:cNvPr id="559" name="Mobile phone user"/>
              <p14:cNvContentPartPr>
                <a14:cpLocks xmlns:a14="http://schemas.microsoft.com/office/drawing/2010/main" noSelect="1" noChangeArrowheads="1"/>
              </p14:cNvContentPartPr>
              <p14:nvPr/>
            </p14:nvContentPartPr>
            <p14:xfrm>
              <a:off x="8772693" y="4632556"/>
              <a:ext cx="312468" cy="312468"/>
            </p14:xfrm>
          </p:contentPart>
        </mc:Choice>
        <mc:Fallback/>
      </mc:AlternateContent>
      <mc:AlternateContent xmlns:mc="http://schemas.openxmlformats.org/markup-compatibility/2006">
        <mc:Choice xmlns:p14="http://schemas.microsoft.com/office/powerpoint/2010/main" Requires="p14">
          <p:contentPart r:id="rId34">
            <p14:nvContentPartPr>
              <p14:cNvPr id="560" name="Mobile phone user"/>
              <p14:cNvContentPartPr>
                <a14:cpLocks xmlns:a14="http://schemas.microsoft.com/office/drawing/2010/main" noSelect="1" noChangeArrowheads="1"/>
              </p14:cNvContentPartPr>
              <p14:nvPr/>
            </p14:nvContentPartPr>
            <p14:xfrm>
              <a:off x="8718868" y="4521582"/>
              <a:ext cx="275317" cy="653137"/>
            </p14:xfrm>
          </p:contentPart>
        </mc:Choice>
        <mc:Fallback/>
      </mc:AlternateContent>
      <mc:AlternateContent xmlns:mc="http://schemas.openxmlformats.org/markup-compatibility/2006">
        <mc:Choice xmlns:p14="http://schemas.microsoft.com/office/powerpoint/2010/main" Requires="p14">
          <p:contentPart r:id="rId35">
            <p14:nvContentPartPr>
              <p14:cNvPr id="561" name="Mobile phone user"/>
              <p14:cNvContentPartPr>
                <a14:cpLocks xmlns:a14="http://schemas.microsoft.com/office/drawing/2010/main" noSelect="1" noChangeArrowheads="1"/>
              </p14:cNvContentPartPr>
              <p14:nvPr/>
            </p14:nvContentPartPr>
            <p14:xfrm>
              <a:off x="8772693" y="4670655"/>
              <a:ext cx="312468" cy="312468"/>
            </p14:xfrm>
          </p:contentPart>
        </mc:Choice>
        <mc:Fallback/>
      </mc:AlternateContent>
      <mc:AlternateContent xmlns:mc="http://schemas.openxmlformats.org/markup-compatibility/2006">
        <mc:Choice xmlns:p14="http://schemas.microsoft.com/office/powerpoint/2010/main" Requires="p14">
          <p:contentPart r:id="rId36">
            <p14:nvContentPartPr>
              <p14:cNvPr id="562" name="Mobile phone user"/>
              <p14:cNvContentPartPr>
                <a14:cpLocks xmlns:a14="http://schemas.microsoft.com/office/drawing/2010/main" noSelect="1" noChangeArrowheads="1"/>
              </p14:cNvContentPartPr>
              <p14:nvPr/>
            </p14:nvContentPartPr>
            <p14:xfrm>
              <a:off x="8728243" y="4635731"/>
              <a:ext cx="312468" cy="312468"/>
            </p14:xfrm>
          </p:contentPart>
        </mc:Choice>
        <mc:Fallback/>
      </mc:AlternateContent>
      <mc:AlternateContent xmlns:mc="http://schemas.openxmlformats.org/markup-compatibility/2006">
        <mc:Choice xmlns:p14="http://schemas.microsoft.com/office/powerpoint/2010/main" Requires="p14">
          <p:contentPart r:id="rId37">
            <p14:nvContentPartPr>
              <p14:cNvPr id="563" name="Mobile phone user"/>
              <p14:cNvContentPartPr>
                <a14:cpLocks xmlns:a14="http://schemas.microsoft.com/office/drawing/2010/main" noSelect="1" noChangeArrowheads="1"/>
              </p14:cNvContentPartPr>
              <p14:nvPr/>
            </p14:nvContentPartPr>
            <p14:xfrm>
              <a:off x="8718718" y="4600806"/>
              <a:ext cx="312468" cy="312468"/>
            </p14:xfrm>
          </p:contentPart>
        </mc:Choice>
        <mc:Fallback/>
      </mc:AlternateContent>
      <mc:AlternateContent xmlns:mc="http://schemas.openxmlformats.org/markup-compatibility/2006">
        <mc:Choice xmlns:p14="http://schemas.microsoft.com/office/powerpoint/2010/main" Requires="p14">
          <p:contentPart r:id="rId38">
            <p14:nvContentPartPr>
              <p14:cNvPr id="564" name="Mobile phone user"/>
              <p14:cNvContentPartPr>
                <a14:cpLocks xmlns:a14="http://schemas.microsoft.com/office/drawing/2010/main" noSelect="1" noChangeArrowheads="1"/>
              </p14:cNvContentPartPr>
              <p14:nvPr/>
            </p14:nvContentPartPr>
            <p14:xfrm>
              <a:off x="8699669" y="4461108"/>
              <a:ext cx="312468" cy="312468"/>
            </p14:xfrm>
          </p:contentPart>
        </mc:Choice>
        <mc:Fallback/>
      </mc:AlternateContent>
      <mc:AlternateContent xmlns:mc="http://schemas.openxmlformats.org/markup-compatibility/2006">
        <mc:Choice xmlns:p14="http://schemas.microsoft.com/office/powerpoint/2010/main" Requires="p14">
          <p:contentPart r:id="rId39">
            <p14:nvContentPartPr>
              <p14:cNvPr id="565" name="Mobile phone user"/>
              <p14:cNvContentPartPr>
                <a14:cpLocks xmlns:a14="http://schemas.microsoft.com/office/drawing/2010/main" noSelect="1" noChangeArrowheads="1"/>
              </p14:cNvContentPartPr>
              <p14:nvPr/>
            </p14:nvContentPartPr>
            <p14:xfrm>
              <a:off x="8750468" y="4550007"/>
              <a:ext cx="312468" cy="312468"/>
            </p14:xfrm>
          </p:contentPart>
        </mc:Choice>
        <mc:Fallback/>
      </mc:AlternateContent>
      <mc:AlternateContent xmlns:mc="http://schemas.openxmlformats.org/markup-compatibility/2006">
        <mc:Choice xmlns:p14="http://schemas.microsoft.com/office/powerpoint/2010/main" Requires="p14">
          <p:contentPart r:id="rId40">
            <p14:nvContentPartPr>
              <p14:cNvPr id="566" name="Mobile phone user"/>
              <p14:cNvContentPartPr>
                <a14:cpLocks xmlns:a14="http://schemas.microsoft.com/office/drawing/2010/main" noSelect="1" noChangeArrowheads="1"/>
              </p14:cNvContentPartPr>
              <p14:nvPr/>
            </p14:nvContentPartPr>
            <p14:xfrm>
              <a:off x="8648870" y="4683355"/>
              <a:ext cx="312468" cy="312468"/>
            </p14:xfrm>
          </p:contentPart>
        </mc:Choice>
        <mc:Fallback/>
      </mc:AlternateContent>
      <mc:AlternateContent xmlns:mc="http://schemas.openxmlformats.org/markup-compatibility/2006">
        <mc:Choice xmlns:p14="http://schemas.microsoft.com/office/powerpoint/2010/main" Requires="p14">
          <p:contentPart r:id="rId41">
            <p14:nvContentPartPr>
              <p14:cNvPr id="567" name="Mobile phone user"/>
              <p14:cNvContentPartPr>
                <a14:cpLocks xmlns:a14="http://schemas.microsoft.com/office/drawing/2010/main" noSelect="1" noChangeArrowheads="1"/>
              </p14:cNvContentPartPr>
              <p14:nvPr/>
            </p14:nvContentPartPr>
            <p14:xfrm>
              <a:off x="8740943" y="4689705"/>
              <a:ext cx="312468" cy="312468"/>
            </p14:xfrm>
          </p:contentPart>
        </mc:Choice>
        <mc:Fallback/>
      </mc:AlternateContent>
      <mc:AlternateContent xmlns:mc="http://schemas.openxmlformats.org/markup-compatibility/2006">
        <mc:Choice xmlns:p14="http://schemas.microsoft.com/office/powerpoint/2010/main" Requires="p14">
          <p:contentPart r:id="rId42">
            <p14:nvContentPartPr>
              <p14:cNvPr id="568" name="Mobile phone user"/>
              <p14:cNvContentPartPr>
                <a14:cpLocks xmlns:a14="http://schemas.microsoft.com/office/drawing/2010/main" noSelect="1" noChangeArrowheads="1"/>
              </p14:cNvContentPartPr>
              <p14:nvPr/>
            </p14:nvContentPartPr>
            <p14:xfrm>
              <a:off x="8623470" y="4829403"/>
              <a:ext cx="312468" cy="312468"/>
            </p14:xfrm>
          </p:contentPart>
        </mc:Choice>
        <mc:Fallback/>
      </mc:AlternateContent>
      <mc:AlternateContent xmlns:mc="http://schemas.openxmlformats.org/markup-compatibility/2006">
        <mc:Choice xmlns:p14="http://schemas.microsoft.com/office/powerpoint/2010/main" Requires="p14">
          <p:contentPart r:id="rId43">
            <p14:nvContentPartPr>
              <p14:cNvPr id="569" name="Mobile phone user"/>
              <p14:cNvContentPartPr>
                <a14:cpLocks xmlns:a14="http://schemas.microsoft.com/office/drawing/2010/main" noSelect="1" noChangeArrowheads="1"/>
              </p14:cNvContentPartPr>
              <p14:nvPr/>
            </p14:nvContentPartPr>
            <p14:xfrm>
              <a:off x="8696494" y="4788129"/>
              <a:ext cx="312468" cy="312468"/>
            </p14:xfrm>
          </p:contentPart>
        </mc:Choice>
        <mc:Fallback/>
      </mc:AlternateContent>
      <mc:AlternateContent xmlns:mc="http://schemas.openxmlformats.org/markup-compatibility/2006">
        <mc:Choice xmlns:p14="http://schemas.microsoft.com/office/powerpoint/2010/main" Requires="p14">
          <p:contentPart r:id="rId44">
            <p14:nvContentPartPr>
              <p14:cNvPr id="570" name="Mobile phone user"/>
              <p14:cNvContentPartPr>
                <a14:cpLocks xmlns:a14="http://schemas.microsoft.com/office/drawing/2010/main" noSelect="1" noChangeArrowheads="1"/>
              </p14:cNvContentPartPr>
              <p14:nvPr/>
            </p14:nvContentPartPr>
            <p14:xfrm>
              <a:off x="8728243" y="4797653"/>
              <a:ext cx="312468" cy="312468"/>
            </p14:xfrm>
          </p:contentPart>
        </mc:Choice>
        <mc:Fallback/>
      </mc:AlternateContent>
      <mc:AlternateContent xmlns:mc="http://schemas.openxmlformats.org/markup-compatibility/2006">
        <mc:Choice xmlns:p14="http://schemas.microsoft.com/office/powerpoint/2010/main" Requires="p14">
          <p:contentPart r:id="rId45">
            <p14:nvContentPartPr>
              <p14:cNvPr id="571" name="Mobile phone user"/>
              <p14:cNvContentPartPr>
                <a14:cpLocks xmlns:a14="http://schemas.microsoft.com/office/drawing/2010/main" noSelect="1" noChangeArrowheads="1"/>
              </p14:cNvContentPartPr>
              <p14:nvPr/>
            </p14:nvContentPartPr>
            <p14:xfrm>
              <a:off x="8642520" y="4664305"/>
              <a:ext cx="312468" cy="312468"/>
            </p14:xfrm>
          </p:contentPart>
        </mc:Choice>
        <mc:Fallback/>
      </mc:AlternateContent>
      <mc:AlternateContent xmlns:mc="http://schemas.openxmlformats.org/markup-compatibility/2006">
        <mc:Choice xmlns:p14="http://schemas.microsoft.com/office/powerpoint/2010/main" Requires="p14">
          <p:contentPart r:id="rId46">
            <p14:nvContentPartPr>
              <p14:cNvPr id="572" name="Mobile phone user"/>
              <p14:cNvContentPartPr>
                <a14:cpLocks xmlns:a14="http://schemas.microsoft.com/office/drawing/2010/main" noSelect="1" noChangeArrowheads="1"/>
              </p14:cNvContentPartPr>
              <p14:nvPr/>
            </p14:nvContentPartPr>
            <p14:xfrm>
              <a:off x="8750468" y="4702405"/>
              <a:ext cx="312468" cy="312468"/>
            </p14:xfrm>
          </p:contentPart>
        </mc:Choice>
        <mc:Fallback/>
      </mc:AlternateContent>
      <mc:AlternateContent xmlns:mc="http://schemas.openxmlformats.org/markup-compatibility/2006">
        <mc:Choice xmlns:p14="http://schemas.microsoft.com/office/powerpoint/2010/main" Requires="p14">
          <p:contentPart r:id="rId47">
            <p14:nvContentPartPr>
              <p14:cNvPr id="573" name="Mobile phone user"/>
              <p14:cNvContentPartPr>
                <a14:cpLocks xmlns:a14="http://schemas.microsoft.com/office/drawing/2010/main" noSelect="1" noChangeArrowheads="1"/>
              </p14:cNvContentPartPr>
              <p14:nvPr/>
            </p14:nvContentPartPr>
            <p14:xfrm>
              <a:off x="8833017" y="4689705"/>
              <a:ext cx="312468" cy="312468"/>
            </p14:xfrm>
          </p:contentPart>
        </mc:Choice>
        <mc:Fallback/>
      </mc:AlternateContent>
      <mc:AlternateContent xmlns:mc="http://schemas.openxmlformats.org/markup-compatibility/2006">
        <mc:Choice xmlns:p14="http://schemas.microsoft.com/office/powerpoint/2010/main" Requires="p14">
          <p:contentPart r:id="rId48">
            <p14:nvContentPartPr>
              <p14:cNvPr id="574" name="Mobile phone user"/>
              <p14:cNvContentPartPr>
                <a14:cpLocks xmlns:a14="http://schemas.microsoft.com/office/drawing/2010/main" noSelect="1" noChangeArrowheads="1"/>
              </p14:cNvContentPartPr>
              <p14:nvPr/>
            </p14:nvContentPartPr>
            <p14:xfrm>
              <a:off x="8620295" y="4813528"/>
              <a:ext cx="312468" cy="312468"/>
            </p14:xfrm>
          </p:contentPart>
        </mc:Choice>
        <mc:Fallback/>
      </mc:AlternateContent>
      <mc:AlternateContent xmlns:mc="http://schemas.openxmlformats.org/markup-compatibility/2006">
        <mc:Choice xmlns:p14="http://schemas.microsoft.com/office/powerpoint/2010/main" Requires="p14">
          <p:contentPart r:id="rId49">
            <p14:nvContentPartPr>
              <p14:cNvPr id="575" name="Mobile phone user"/>
              <p14:cNvContentPartPr>
                <a14:cpLocks xmlns:a14="http://schemas.microsoft.com/office/drawing/2010/main" noSelect="1" noChangeArrowheads="1"/>
              </p14:cNvContentPartPr>
              <p14:nvPr/>
            </p14:nvContentPartPr>
            <p14:xfrm>
              <a:off x="8647477" y="4811948"/>
              <a:ext cx="320797" cy="354788"/>
            </p14:xfrm>
          </p:contentPart>
        </mc:Choice>
        <mc:Fallback/>
      </mc:AlternateContent>
      <mc:AlternateContent xmlns:mc="http://schemas.openxmlformats.org/markup-compatibility/2006">
        <mc:Choice xmlns:p14="http://schemas.microsoft.com/office/powerpoint/2010/main" Requires="p14">
          <p:contentPart r:id="rId50">
            <p14:nvContentPartPr>
              <p14:cNvPr id="576" name="Mobile phone user"/>
              <p14:cNvContentPartPr>
                <a14:cpLocks xmlns:a14="http://schemas.microsoft.com/office/drawing/2010/main" noSelect="1" noChangeArrowheads="1"/>
              </p14:cNvContentPartPr>
              <p14:nvPr/>
            </p14:nvContentPartPr>
            <p14:xfrm>
              <a:off x="8674951" y="4858584"/>
              <a:ext cx="313756" cy="331477"/>
            </p14:xfrm>
          </p:contentPart>
        </mc:Choice>
        <mc:Fallback/>
      </mc:AlternateContent>
      <mc:AlternateContent xmlns:mc="http://schemas.openxmlformats.org/markup-compatibility/2006">
        <mc:Choice xmlns:p14="http://schemas.microsoft.com/office/powerpoint/2010/main" Requires="p14">
          <p:contentPart r:id="rId51">
            <p14:nvContentPartPr>
              <p14:cNvPr id="577" name="Mobile phone user"/>
              <p14:cNvContentPartPr>
                <a14:cpLocks xmlns:a14="http://schemas.microsoft.com/office/drawing/2010/main" noSelect="1" noChangeArrowheads="1"/>
              </p14:cNvContentPartPr>
              <p14:nvPr/>
            </p14:nvContentPartPr>
            <p14:xfrm>
              <a:off x="8715544" y="4905602"/>
              <a:ext cx="312468" cy="312468"/>
            </p14:xfrm>
          </p:contentPart>
        </mc:Choice>
        <mc:Fallback/>
      </mc:AlternateContent>
      <mc:AlternateContent xmlns:mc="http://schemas.openxmlformats.org/markup-compatibility/2006">
        <mc:Choice xmlns:p14="http://schemas.microsoft.com/office/powerpoint/2010/main" Requires="p14">
          <p:contentPart r:id="rId52">
            <p14:nvContentPartPr>
              <p14:cNvPr id="578" name="Mobile phone user"/>
              <p14:cNvContentPartPr>
                <a14:cpLocks xmlns:a14="http://schemas.microsoft.com/office/drawing/2010/main" noSelect="1" noChangeArrowheads="1"/>
              </p14:cNvContentPartPr>
              <p14:nvPr/>
            </p14:nvContentPartPr>
            <p14:xfrm>
              <a:off x="8692400" y="4857345"/>
              <a:ext cx="273194" cy="315268"/>
            </p14:xfrm>
          </p:contentPart>
        </mc:Choice>
        <mc:Fallback/>
      </mc:AlternateContent>
      <mc:AlternateContent xmlns:mc="http://schemas.openxmlformats.org/markup-compatibility/2006">
        <mc:Choice xmlns:p14="http://schemas.microsoft.com/office/powerpoint/2010/main" Requires="p14">
          <p:contentPart r:id="rId53">
            <p14:nvContentPartPr>
              <p14:cNvPr id="579" name="Mobile phone user"/>
              <p14:cNvContentPartPr>
                <a14:cpLocks xmlns:a14="http://schemas.microsoft.com/office/drawing/2010/main" noSelect="1" noChangeArrowheads="1"/>
              </p14:cNvContentPartPr>
              <p14:nvPr/>
            </p14:nvContentPartPr>
            <p14:xfrm>
              <a:off x="8886991" y="4515082"/>
              <a:ext cx="312468" cy="312468"/>
            </p14:xfrm>
          </p:contentPart>
        </mc:Choice>
        <mc:Fallback/>
      </mc:AlternateContent>
      <mc:AlternateContent xmlns:mc="http://schemas.openxmlformats.org/markup-compatibility/2006">
        <mc:Choice xmlns:p14="http://schemas.microsoft.com/office/powerpoint/2010/main" Requires="p14">
          <p:contentPart r:id="rId54">
            <p14:nvContentPartPr>
              <p14:cNvPr id="580" name="Mobile phone user"/>
              <p14:cNvContentPartPr>
                <a14:cpLocks xmlns:a14="http://schemas.microsoft.com/office/drawing/2010/main" noSelect="1" noChangeArrowheads="1"/>
              </p14:cNvContentPartPr>
              <p14:nvPr/>
            </p14:nvContentPartPr>
            <p14:xfrm>
              <a:off x="8820317" y="4645256"/>
              <a:ext cx="312468" cy="312468"/>
            </p14:xfrm>
          </p:contentPart>
        </mc:Choice>
        <mc:Fallback/>
      </mc:AlternateContent>
      <mc:AlternateContent xmlns:mc="http://schemas.openxmlformats.org/markup-compatibility/2006">
        <mc:Choice xmlns:p14="http://schemas.microsoft.com/office/powerpoint/2010/main" Requires="p14">
          <p:contentPart r:id="rId55">
            <p14:nvContentPartPr>
              <p14:cNvPr id="581" name="Mobile phone user"/>
              <p14:cNvContentPartPr>
                <a14:cpLocks xmlns:a14="http://schemas.microsoft.com/office/drawing/2010/main" noSelect="1" noChangeArrowheads="1"/>
              </p14:cNvContentPartPr>
              <p14:nvPr/>
            </p14:nvContentPartPr>
            <p14:xfrm>
              <a:off x="8598070" y="4638906"/>
              <a:ext cx="312468" cy="312468"/>
            </p14:xfrm>
          </p:contentPart>
        </mc:Choice>
        <mc:Fallback/>
      </mc:AlternateContent>
      <mc:AlternateContent xmlns:mc="http://schemas.openxmlformats.org/markup-compatibility/2006">
        <mc:Choice xmlns:p14="http://schemas.microsoft.com/office/powerpoint/2010/main" Requires="p14">
          <p:contentPart r:id="rId56">
            <p14:nvContentPartPr>
              <p14:cNvPr id="582" name="Mobile phone user"/>
              <p14:cNvContentPartPr>
                <a14:cpLocks xmlns:a14="http://schemas.microsoft.com/office/drawing/2010/main" noSelect="1" noChangeArrowheads="1"/>
              </p14:cNvContentPartPr>
              <p14:nvPr/>
            </p14:nvContentPartPr>
            <p14:xfrm>
              <a:off x="8753643" y="4889727"/>
              <a:ext cx="312468" cy="312468"/>
            </p14:xfrm>
          </p:contentPart>
        </mc:Choice>
        <mc:Fallback/>
      </mc:AlternateContent>
      <mc:AlternateContent xmlns:mc="http://schemas.openxmlformats.org/markup-compatibility/2006">
        <mc:Choice xmlns:p14="http://schemas.microsoft.com/office/powerpoint/2010/main" Requires="p14">
          <p:contentPart r:id="rId57">
            <p14:nvContentPartPr>
              <p14:cNvPr id="583" name="Mobile phone user"/>
              <p14:cNvContentPartPr>
                <a14:cpLocks xmlns:a14="http://schemas.microsoft.com/office/drawing/2010/main" noSelect="1" noChangeArrowheads="1"/>
              </p14:cNvContentPartPr>
              <p14:nvPr/>
            </p14:nvContentPartPr>
            <p14:xfrm>
              <a:off x="8794917" y="4661130"/>
              <a:ext cx="312468" cy="312468"/>
            </p14:xfrm>
          </p:contentPart>
        </mc:Choice>
        <mc:Fallback/>
      </mc:AlternateContent>
      <mc:AlternateContent xmlns:mc="http://schemas.openxmlformats.org/markup-compatibility/2006">
        <mc:Choice xmlns:p14="http://schemas.microsoft.com/office/powerpoint/2010/main" Requires="p14">
          <p:contentPart r:id="rId58">
            <p14:nvContentPartPr>
              <p14:cNvPr id="584" name="Mobile phone user"/>
              <p14:cNvContentPartPr>
                <a14:cpLocks xmlns:a14="http://schemas.microsoft.com/office/drawing/2010/main" noSelect="1" noChangeArrowheads="1"/>
              </p14:cNvContentPartPr>
              <p14:nvPr/>
            </p14:nvContentPartPr>
            <p14:xfrm>
              <a:off x="8740708" y="4464048"/>
              <a:ext cx="276087" cy="603107"/>
            </p14:xfrm>
          </p:contentPart>
        </mc:Choice>
        <mc:Fallback/>
      </mc:AlternateContent>
      <mc:AlternateContent xmlns:mc="http://schemas.openxmlformats.org/markup-compatibility/2006">
        <mc:Choice xmlns:p14="http://schemas.microsoft.com/office/powerpoint/2010/main" Requires="p14">
          <p:contentPart r:id="rId59">
            <p14:nvContentPartPr>
              <p14:cNvPr id="585" name="Mobile phone user"/>
              <p14:cNvContentPartPr>
                <a14:cpLocks xmlns:a14="http://schemas.microsoft.com/office/drawing/2010/main" noSelect="1" noChangeArrowheads="1"/>
              </p14:cNvContentPartPr>
              <p14:nvPr/>
            </p14:nvContentPartPr>
            <p14:xfrm>
              <a:off x="8737768" y="4565882"/>
              <a:ext cx="312468" cy="312468"/>
            </p14:xfrm>
          </p:contentPart>
        </mc:Choice>
        <mc:Fallback/>
      </mc:AlternateContent>
      <mc:AlternateContent xmlns:mc="http://schemas.openxmlformats.org/markup-compatibility/2006">
        <mc:Choice xmlns:p14="http://schemas.microsoft.com/office/powerpoint/2010/main" Requires="p14">
          <p:contentPart r:id="rId60">
            <p14:nvContentPartPr>
              <p14:cNvPr id="586" name="Mobile phone user"/>
              <p14:cNvContentPartPr>
                <a14:cpLocks xmlns:a14="http://schemas.microsoft.com/office/drawing/2010/main" noSelect="1" noChangeArrowheads="1"/>
              </p14:cNvContentPartPr>
              <p14:nvPr/>
            </p14:nvContentPartPr>
            <p14:xfrm>
              <a:off x="8858417" y="4594456"/>
              <a:ext cx="312468" cy="312468"/>
            </p14:xfrm>
          </p:contentPart>
        </mc:Choice>
        <mc:Fallback/>
      </mc:AlternateContent>
      <mc:AlternateContent xmlns:mc="http://schemas.openxmlformats.org/markup-compatibility/2006">
        <mc:Choice xmlns:p14="http://schemas.microsoft.com/office/powerpoint/2010/main" Requires="p14">
          <p:contentPart r:id="rId61">
            <p14:nvContentPartPr>
              <p14:cNvPr id="587" name="Mobile phone user"/>
              <p14:cNvContentPartPr>
                <a14:cpLocks xmlns:a14="http://schemas.microsoft.com/office/drawing/2010/main" noSelect="1" noChangeArrowheads="1"/>
              </p14:cNvContentPartPr>
              <p14:nvPr/>
            </p14:nvContentPartPr>
            <p14:xfrm>
              <a:off x="8772693" y="4670655"/>
              <a:ext cx="312468" cy="312468"/>
            </p14:xfrm>
          </p:contentPart>
        </mc:Choice>
        <mc:Fallback/>
      </mc:AlternateContent>
      <mc:AlternateContent xmlns:mc="http://schemas.openxmlformats.org/markup-compatibility/2006">
        <mc:Choice xmlns:p14="http://schemas.microsoft.com/office/powerpoint/2010/main" Requires="p14">
          <p:contentPart r:id="rId62">
            <p14:nvContentPartPr>
              <p14:cNvPr id="588" name="Mobile phone user"/>
              <p14:cNvContentPartPr>
                <a14:cpLocks xmlns:a14="http://schemas.microsoft.com/office/drawing/2010/main" noSelect="1" noChangeArrowheads="1"/>
              </p14:cNvContentPartPr>
              <p14:nvPr/>
            </p14:nvContentPartPr>
            <p14:xfrm>
              <a:off x="8864766" y="4534132"/>
              <a:ext cx="312468" cy="312468"/>
            </p14:xfrm>
          </p:contentPart>
        </mc:Choice>
        <mc:Fallback/>
      </mc:AlternateContent>
      <mc:AlternateContent xmlns:mc="http://schemas.openxmlformats.org/markup-compatibility/2006">
        <mc:Choice xmlns:p14="http://schemas.microsoft.com/office/powerpoint/2010/main" Requires="p14">
          <p:contentPart r:id="rId63">
            <p14:nvContentPartPr>
              <p14:cNvPr id="589" name="Mobile phone user"/>
              <p14:cNvContentPartPr>
                <a14:cpLocks xmlns:a14="http://schemas.microsoft.com/office/drawing/2010/main" noSelect="1" noChangeArrowheads="1"/>
              </p14:cNvContentPartPr>
              <p14:nvPr/>
            </p14:nvContentPartPr>
            <p14:xfrm>
              <a:off x="8765522" y="4820657"/>
              <a:ext cx="273565" cy="351339"/>
            </p14:xfrm>
          </p:contentPart>
        </mc:Choice>
        <mc:Fallback/>
      </mc:AlternateContent>
      <mc:AlternateContent xmlns:mc="http://schemas.openxmlformats.org/markup-compatibility/2006">
        <mc:Choice xmlns:p14="http://schemas.microsoft.com/office/powerpoint/2010/main" Requires="p14">
          <p:contentPart r:id="rId64">
            <p14:nvContentPartPr>
              <p14:cNvPr id="590" name="Mobile phone user"/>
              <p14:cNvContentPartPr>
                <a14:cpLocks xmlns:a14="http://schemas.microsoft.com/office/drawing/2010/main" noSelect="1" noChangeArrowheads="1"/>
              </p14:cNvContentPartPr>
              <p14:nvPr/>
            </p14:nvContentPartPr>
            <p14:xfrm>
              <a:off x="8743817" y="4804075"/>
              <a:ext cx="304435" cy="361570"/>
            </p14:xfrm>
          </p:contentPart>
        </mc:Choice>
        <mc:Fallback/>
      </mc:AlternateContent>
      <mc:AlternateContent xmlns:mc="http://schemas.openxmlformats.org/markup-compatibility/2006">
        <mc:Choice xmlns:p14="http://schemas.microsoft.com/office/powerpoint/2010/main" Requires="p14">
          <p:contentPart r:id="rId65">
            <p14:nvContentPartPr>
              <p14:cNvPr id="591" name="Mobile phone user"/>
              <p14:cNvContentPartPr>
                <a14:cpLocks xmlns:a14="http://schemas.microsoft.com/office/drawing/2010/main" noSelect="1" noChangeArrowheads="1"/>
              </p14:cNvContentPartPr>
              <p14:nvPr/>
            </p14:nvContentPartPr>
            <p14:xfrm>
              <a:off x="8826366" y="4914825"/>
              <a:ext cx="253996" cy="253996"/>
            </p14:xfrm>
          </p:contentPart>
        </mc:Choice>
        <mc:Fallback/>
      </mc:AlternateContent>
      <mc:AlternateContent xmlns:mc="http://schemas.openxmlformats.org/markup-compatibility/2006">
        <mc:Choice xmlns:p14="http://schemas.microsoft.com/office/powerpoint/2010/main" Requires="p14">
          <p:contentPart r:id="rId66">
            <p14:nvContentPartPr>
              <p14:cNvPr id="592" name="Mobile phone user"/>
              <p14:cNvContentPartPr>
                <a14:cpLocks xmlns:a14="http://schemas.microsoft.com/office/drawing/2010/main" noSelect="1" noChangeArrowheads="1"/>
              </p14:cNvContentPartPr>
              <p14:nvPr/>
            </p14:nvContentPartPr>
            <p14:xfrm>
              <a:off x="8839367" y="4905602"/>
              <a:ext cx="312468" cy="312468"/>
            </p14:xfrm>
          </p:contentPart>
        </mc:Choice>
        <mc:Fallback/>
      </mc:AlternateContent>
      <mc:AlternateContent xmlns:mc="http://schemas.openxmlformats.org/markup-compatibility/2006">
        <mc:Choice xmlns:p14="http://schemas.microsoft.com/office/powerpoint/2010/main" Requires="p14">
          <p:contentPart r:id="rId67">
            <p14:nvContentPartPr>
              <p14:cNvPr id="593" name="Mobile phone user"/>
              <p14:cNvContentPartPr>
                <a14:cpLocks xmlns:a14="http://schemas.microsoft.com/office/drawing/2010/main" noSelect="1" noChangeArrowheads="1"/>
              </p14:cNvContentPartPr>
              <p14:nvPr/>
            </p14:nvContentPartPr>
            <p14:xfrm>
              <a:off x="8890166" y="4905602"/>
              <a:ext cx="312468" cy="312468"/>
            </p14:xfrm>
          </p:contentPart>
        </mc:Choice>
        <mc:Fallback/>
      </mc:AlternateContent>
      <mc:AlternateContent xmlns:mc="http://schemas.openxmlformats.org/markup-compatibility/2006">
        <mc:Choice xmlns:p14="http://schemas.microsoft.com/office/powerpoint/2010/main" Requires="p14">
          <p:contentPart r:id="rId68">
            <p14:nvContentPartPr>
              <p14:cNvPr id="594" name="Mobile phone user"/>
              <p14:cNvContentPartPr>
                <a14:cpLocks xmlns:a14="http://schemas.microsoft.com/office/drawing/2010/main" noSelect="1" noChangeArrowheads="1"/>
              </p14:cNvContentPartPr>
              <p14:nvPr/>
            </p14:nvContentPartPr>
            <p14:xfrm>
              <a:off x="8788567" y="4683355"/>
              <a:ext cx="312468" cy="312468"/>
            </p14:xfrm>
          </p:contentPart>
        </mc:Choice>
        <mc:Fallback/>
      </mc:AlternateContent>
      <mc:AlternateContent xmlns:mc="http://schemas.openxmlformats.org/markup-compatibility/2006">
        <mc:Choice xmlns:p14="http://schemas.microsoft.com/office/powerpoint/2010/main" Requires="p14">
          <p:contentPart r:id="rId69">
            <p14:nvContentPartPr>
              <p14:cNvPr id="595" name="Mobile phone user"/>
              <p14:cNvContentPartPr>
                <a14:cpLocks xmlns:a14="http://schemas.microsoft.com/office/drawing/2010/main" noSelect="1" noChangeArrowheads="1"/>
              </p14:cNvContentPartPr>
              <p14:nvPr/>
            </p14:nvContentPartPr>
            <p14:xfrm>
              <a:off x="8731418" y="4683355"/>
              <a:ext cx="312468" cy="312468"/>
            </p14:xfrm>
          </p:contentPart>
        </mc:Choice>
        <mc:Fallback/>
      </mc:AlternateContent>
      <mc:AlternateContent xmlns:mc="http://schemas.openxmlformats.org/markup-compatibility/2006">
        <mc:Choice xmlns:p14="http://schemas.microsoft.com/office/powerpoint/2010/main" Requires="p14">
          <p:contentPart r:id="rId70">
            <p14:nvContentPartPr>
              <p14:cNvPr id="596" name="Mobile phone user"/>
              <p14:cNvContentPartPr>
                <a14:cpLocks xmlns:a14="http://schemas.microsoft.com/office/drawing/2010/main" noSelect="1" noChangeArrowheads="1"/>
              </p14:cNvContentPartPr>
              <p14:nvPr/>
            </p14:nvContentPartPr>
            <p14:xfrm>
              <a:off x="8807617" y="4546832"/>
              <a:ext cx="312468" cy="312468"/>
            </p14:xfrm>
          </p:contentPart>
        </mc:Choice>
        <mc:Fallback/>
      </mc:AlternateContent>
      <mc:AlternateContent xmlns:mc="http://schemas.openxmlformats.org/markup-compatibility/2006">
        <mc:Choice xmlns:p14="http://schemas.microsoft.com/office/powerpoint/2010/main" Requires="p14">
          <p:contentPart r:id="rId71">
            <p14:nvContentPartPr>
              <p14:cNvPr id="597" name="Mobile phone user"/>
              <p14:cNvContentPartPr>
                <a14:cpLocks xmlns:a14="http://schemas.microsoft.com/office/drawing/2010/main" noSelect="1" noChangeArrowheads="1"/>
              </p14:cNvContentPartPr>
              <p14:nvPr/>
            </p14:nvContentPartPr>
            <p14:xfrm>
              <a:off x="8686969" y="4588107"/>
              <a:ext cx="312468" cy="312468"/>
            </p14:xfrm>
          </p:contentPart>
        </mc:Choice>
        <mc:Fallback/>
      </mc:AlternateContent>
      <mc:AlternateContent xmlns:mc="http://schemas.openxmlformats.org/markup-compatibility/2006">
        <mc:Choice xmlns:p14="http://schemas.microsoft.com/office/powerpoint/2010/main" Requires="p14">
          <p:contentPart r:id="rId72">
            <p14:nvContentPartPr>
              <p14:cNvPr id="598" name="Mobile phone user"/>
              <p14:cNvContentPartPr>
                <a14:cpLocks xmlns:a14="http://schemas.microsoft.com/office/drawing/2010/main" noSelect="1" noChangeArrowheads="1"/>
              </p14:cNvContentPartPr>
              <p14:nvPr/>
            </p14:nvContentPartPr>
            <p14:xfrm>
              <a:off x="8848892" y="4737329"/>
              <a:ext cx="312468" cy="312468"/>
            </p14:xfrm>
          </p:contentPart>
        </mc:Choice>
        <mc:Fallback/>
      </mc:AlternateContent>
      <mc:AlternateContent xmlns:mc="http://schemas.openxmlformats.org/markup-compatibility/2006">
        <mc:Choice xmlns:p14="http://schemas.microsoft.com/office/powerpoint/2010/main" Requires="p14">
          <p:contentPart r:id="rId73">
            <p14:nvContentPartPr>
              <p14:cNvPr id="599" name="Mobile phone user"/>
              <p14:cNvContentPartPr>
                <a14:cpLocks xmlns:a14="http://schemas.microsoft.com/office/drawing/2010/main" noSelect="1" noChangeArrowheads="1"/>
              </p14:cNvContentPartPr>
              <p14:nvPr/>
            </p14:nvContentPartPr>
            <p14:xfrm>
              <a:off x="8766343" y="4781778"/>
              <a:ext cx="312468" cy="312468"/>
            </p14:xfrm>
          </p:contentPart>
        </mc:Choice>
        <mc:Fallback/>
      </mc:AlternateContent>
      <mc:AlternateContent xmlns:mc="http://schemas.openxmlformats.org/markup-compatibility/2006">
        <mc:Choice xmlns:p14="http://schemas.microsoft.com/office/powerpoint/2010/main" Requires="p14">
          <p:contentPart r:id="rId74">
            <p14:nvContentPartPr>
              <p14:cNvPr id="600" name="Mobile phone user"/>
              <p14:cNvContentPartPr>
                <a14:cpLocks xmlns:a14="http://schemas.microsoft.com/office/drawing/2010/main" noSelect="1" noChangeArrowheads="1"/>
              </p14:cNvContentPartPr>
              <p14:nvPr/>
            </p14:nvContentPartPr>
            <p14:xfrm>
              <a:off x="8826667" y="4686530"/>
              <a:ext cx="312468" cy="312468"/>
            </p14:xfrm>
          </p:contentPart>
        </mc:Choice>
        <mc:Fallback/>
      </mc:AlternateContent>
      <mc:AlternateContent xmlns:mc="http://schemas.openxmlformats.org/markup-compatibility/2006">
        <mc:Choice xmlns:p14="http://schemas.microsoft.com/office/powerpoint/2010/main" Requires="p14">
          <p:contentPart r:id="rId75">
            <p14:nvContentPartPr>
              <p14:cNvPr id="601" name="Mobile phone user"/>
              <p14:cNvContentPartPr>
                <a14:cpLocks xmlns:a14="http://schemas.microsoft.com/office/drawing/2010/main" noSelect="1" noChangeArrowheads="1"/>
              </p14:cNvContentPartPr>
              <p14:nvPr/>
            </p14:nvContentPartPr>
            <p14:xfrm>
              <a:off x="8728243" y="4880202"/>
              <a:ext cx="312468" cy="312468"/>
            </p14:xfrm>
          </p:contentPart>
        </mc:Choice>
        <mc:Fallback/>
      </mc:AlternateContent>
      <mc:AlternateContent xmlns:mc="http://schemas.openxmlformats.org/markup-compatibility/2006">
        <mc:Choice xmlns:p14="http://schemas.microsoft.com/office/powerpoint/2010/main" Requires="p14">
          <p:contentPart r:id="rId76">
            <p14:nvContentPartPr>
              <p14:cNvPr id="602" name="Mobile phone user"/>
              <p14:cNvContentPartPr>
                <a14:cpLocks xmlns:a14="http://schemas.microsoft.com/office/drawing/2010/main" noSelect="1" noChangeArrowheads="1"/>
              </p14:cNvContentPartPr>
              <p14:nvPr/>
            </p14:nvContentPartPr>
            <p14:xfrm>
              <a:off x="8655219" y="4842103"/>
              <a:ext cx="312468" cy="312468"/>
            </p14:xfrm>
          </p:contentPart>
        </mc:Choice>
        <mc:Fallback/>
      </mc:AlternateContent>
      <mc:AlternateContent xmlns:mc="http://schemas.openxmlformats.org/markup-compatibility/2006">
        <mc:Choice xmlns:p14="http://schemas.microsoft.com/office/powerpoint/2010/main" Requires="p14">
          <p:contentPart r:id="rId77">
            <p14:nvContentPartPr>
              <p14:cNvPr id="603" name="Mobile phone user"/>
              <p14:cNvContentPartPr>
                <a14:cpLocks xmlns:a14="http://schemas.microsoft.com/office/drawing/2010/main" noSelect="1" noChangeArrowheads="1"/>
              </p14:cNvContentPartPr>
              <p14:nvPr/>
            </p14:nvContentPartPr>
            <p14:xfrm>
              <a:off x="8801267" y="4730979"/>
              <a:ext cx="312468" cy="312468"/>
            </p14:xfrm>
          </p:contentPart>
        </mc:Choice>
        <mc:Fallback/>
      </mc:AlternateContent>
      <mc:AlternateContent xmlns:mc="http://schemas.openxmlformats.org/markup-compatibility/2006">
        <mc:Choice xmlns:p14="http://schemas.microsoft.com/office/powerpoint/2010/main" Requires="p14">
          <p:contentPart r:id="rId78">
            <p14:nvContentPartPr>
              <p14:cNvPr id="604" name="Mobile phone user"/>
              <p14:cNvContentPartPr>
                <a14:cpLocks xmlns:a14="http://schemas.microsoft.com/office/drawing/2010/main" noSelect="1" noChangeArrowheads="1"/>
              </p14:cNvContentPartPr>
              <p14:nvPr/>
            </p14:nvContentPartPr>
            <p14:xfrm>
              <a:off x="8772693" y="4607156"/>
              <a:ext cx="312468" cy="312468"/>
            </p14:xfrm>
          </p:contentPart>
        </mc:Choice>
        <mc:Fallback/>
      </mc:AlternateContent>
      <mc:AlternateContent xmlns:mc="http://schemas.openxmlformats.org/markup-compatibility/2006">
        <mc:Choice xmlns:p14="http://schemas.microsoft.com/office/powerpoint/2010/main" Requires="p14">
          <p:contentPart r:id="rId79">
            <p14:nvContentPartPr>
              <p14:cNvPr id="605" name="Mobile phone user"/>
              <p14:cNvContentPartPr>
                <a14:cpLocks xmlns:a14="http://schemas.microsoft.com/office/drawing/2010/main" noSelect="1" noChangeArrowheads="1"/>
              </p14:cNvContentPartPr>
              <p14:nvPr/>
            </p14:nvContentPartPr>
            <p14:xfrm>
              <a:off x="8826667" y="4746854"/>
              <a:ext cx="312468" cy="312468"/>
            </p14:xfrm>
          </p:contentPart>
        </mc:Choice>
        <mc:Fallback/>
      </mc:AlternateContent>
      <mc:AlternateContent xmlns:mc="http://schemas.openxmlformats.org/markup-compatibility/2006">
        <mc:Choice xmlns:p14="http://schemas.microsoft.com/office/powerpoint/2010/main" Requires="p14">
          <p:contentPart r:id="rId80">
            <p14:nvContentPartPr>
              <p14:cNvPr id="606" name="Mobile phone user"/>
              <p14:cNvContentPartPr>
                <a14:cpLocks xmlns:a14="http://schemas.microsoft.com/office/drawing/2010/main" noSelect="1" noChangeArrowheads="1"/>
              </p14:cNvContentPartPr>
              <p14:nvPr/>
            </p14:nvContentPartPr>
            <p14:xfrm>
              <a:off x="8759993" y="4759554"/>
              <a:ext cx="312468" cy="312468"/>
            </p14:xfrm>
          </p:contentPart>
        </mc:Choice>
        <mc:Fallback/>
      </mc:AlternateContent>
      <mc:AlternateContent xmlns:mc="http://schemas.openxmlformats.org/markup-compatibility/2006">
        <mc:Choice xmlns:p14="http://schemas.microsoft.com/office/powerpoint/2010/main" Requires="p14">
          <p:contentPart r:id="rId81">
            <p14:nvContentPartPr>
              <p14:cNvPr id="607" name="Mobile phone user"/>
              <p14:cNvContentPartPr>
                <a14:cpLocks xmlns:a14="http://schemas.microsoft.com/office/drawing/2010/main" noSelect="1" noChangeArrowheads="1"/>
              </p14:cNvContentPartPr>
              <p14:nvPr/>
            </p14:nvContentPartPr>
            <p14:xfrm>
              <a:off x="8702843" y="4740504"/>
              <a:ext cx="312468" cy="312468"/>
            </p14:xfrm>
          </p:contentPart>
        </mc:Choice>
        <mc:Fallback/>
      </mc:AlternateContent>
      <mc:AlternateContent xmlns:mc="http://schemas.openxmlformats.org/markup-compatibility/2006">
        <mc:Choice xmlns:p14="http://schemas.microsoft.com/office/powerpoint/2010/main" Requires="p14">
          <p:contentPart r:id="rId82">
            <p14:nvContentPartPr>
              <p14:cNvPr id="608" name="Mobile phone user"/>
              <p14:cNvContentPartPr>
                <a14:cpLocks xmlns:a14="http://schemas.microsoft.com/office/drawing/2010/main" noSelect="1" noChangeArrowheads="1"/>
              </p14:cNvContentPartPr>
              <p14:nvPr/>
            </p14:nvContentPartPr>
            <p14:xfrm>
              <a:off x="8623470" y="4823053"/>
              <a:ext cx="312468" cy="312468"/>
            </p14:xfrm>
          </p:contentPart>
        </mc:Choice>
        <mc:Fallback/>
      </mc:AlternateContent>
    </p:spTree>
    <p:extLst>
      <p:ext uri="{BB962C8B-B14F-4D97-AF65-F5344CB8AC3E}">
        <p14:creationId xmlns:p14="http://schemas.microsoft.com/office/powerpoint/2010/main" val="201724354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8</TotalTime>
  <Application>Office</Application>
</Properties>
</file>

<file path=docProps/core.xml><?xml version="1.0" encoding="utf-8"?>
<cp:coreProperties xmlns:cp="http://schemas.openxmlformats.org/package/2006/metadata/core-properties" xmlns:dc="http://purl.org/dc/elements/1.1/" xmlns:dcterms="http://purl.org/dc/terms/" xmlns:xsi="http://www.w3.org/2001/XMLSchema-instance">
  <cp:lastModifiedBy>Mobile phone user</cp:lastModifiedBy>
  <cp:revision>1</cp:revision>
  <dcterms:created xsi:type="dcterms:W3CDTF">2026-07-18T07:24:07Z</dcterms:created>
  <dcterms:modified xsi:type="dcterms:W3CDTF">2026-07-18T05:04:55Z</dcterms:modified>
</cp:coreProperties>
</file>